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1541" r:id="rId2"/>
    <p:sldId id="257" r:id="rId3"/>
    <p:sldId id="259" r:id="rId4"/>
    <p:sldId id="260" r:id="rId5"/>
    <p:sldId id="261" r:id="rId6"/>
    <p:sldId id="263" r:id="rId7"/>
    <p:sldId id="264" r:id="rId8"/>
    <p:sldId id="1542" r:id="rId9"/>
    <p:sldId id="267" r:id="rId10"/>
    <p:sldId id="272" r:id="rId11"/>
    <p:sldId id="273" r:id="rId12"/>
    <p:sldId id="269" r:id="rId13"/>
    <p:sldId id="271" r:id="rId14"/>
    <p:sldId id="277" r:id="rId15"/>
    <p:sldId id="154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ED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20" dt="2026-10-09T05:52:03.028"/>
    <p1510:client id="{00D59252-80CC-EB62-9734-BC8D19AB160E}" v="3" dt="2026-10-09T04:55:02.037"/>
    <p1510:client id="{37820A21-3D16-7E6F-5033-F065D8CD80D0}" v="20" dt="2026-10-09T06:31:41.382"/>
    <p1510:client id="{82D26AFC-1ED4-414D-A768-28282DB61A20}" v="643" dt="2026-10-09T04:40:02.567"/>
    <p1510:client id="{EE731DB4-EB1E-9542-A5BF-451B2C7CE546}" v="1861" dt="2026-10-09T06:38:57.1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hengkai" userId="ea378c01-2e17-4950-9cf5-6f3f39109d66" providerId="ADAL" clId="{76F4CF54-C6A3-5919-AD9E-26D32F8B66A0}"/>
    <pc:docChg chg="undo custSel modSld modMainMaster">
      <pc:chgData name="Li, Chengkai" userId="ea378c01-2e17-4950-9cf5-6f3f39109d66" providerId="ADAL" clId="{76F4CF54-C6A3-5919-AD9E-26D32F8B66A0}" dt="2026-10-09T06:38:57.139" v="2000" actId="1076"/>
      <pc:docMkLst>
        <pc:docMk/>
      </pc:docMkLst>
      <pc:sldChg chg="addSp delSp modSp mod">
        <pc:chgData name="Li, Chengkai" userId="ea378c01-2e17-4950-9cf5-6f3f39109d66" providerId="ADAL" clId="{76F4CF54-C6A3-5919-AD9E-26D32F8B66A0}" dt="2026-10-09T06:38:57.139" v="2000" actId="1076"/>
        <pc:sldMkLst>
          <pc:docMk/>
          <pc:sldMk cId="1393493840" sldId="257"/>
        </pc:sldMkLst>
        <pc:spChg chg="mod topLvl">
          <ac:chgData name="Li, Chengkai" userId="ea378c01-2e17-4950-9cf5-6f3f39109d66" providerId="ADAL" clId="{76F4CF54-C6A3-5919-AD9E-26D32F8B66A0}" dt="2026-10-09T06:38:51.511" v="1999" actId="1076"/>
          <ac:spMkLst>
            <pc:docMk/>
            <pc:sldMk cId="1393493840" sldId="257"/>
            <ac:spMk id="2" creationId="{2A53D7C3-521B-A038-0032-DFF0D809B726}"/>
          </ac:spMkLst>
        </pc:spChg>
        <pc:spChg chg="mod topLvl">
          <ac:chgData name="Li, Chengkai" userId="ea378c01-2e17-4950-9cf5-6f3f39109d66" providerId="ADAL" clId="{76F4CF54-C6A3-5919-AD9E-26D32F8B66A0}" dt="2026-10-09T06:38:57.139" v="2000" actId="1076"/>
          <ac:spMkLst>
            <pc:docMk/>
            <pc:sldMk cId="1393493840" sldId="257"/>
            <ac:spMk id="3" creationId="{51BAE308-15C0-7759-91F7-DC21D4D4D64F}"/>
          </ac:spMkLst>
        </pc:spChg>
        <pc:spChg chg="mod">
          <ac:chgData name="Li, Chengkai" userId="ea378c01-2e17-4950-9cf5-6f3f39109d66" providerId="ADAL" clId="{76F4CF54-C6A3-5919-AD9E-26D32F8B66A0}" dt="2026-10-09T06:38:13.705" v="1994" actId="165"/>
          <ac:spMkLst>
            <pc:docMk/>
            <pc:sldMk cId="1393493840" sldId="257"/>
            <ac:spMk id="4" creationId="{A160B5EE-FD04-72D6-DC20-65BE60670A2D}"/>
          </ac:spMkLst>
        </pc:spChg>
        <pc:spChg chg="mod">
          <ac:chgData name="Li, Chengkai" userId="ea378c01-2e17-4950-9cf5-6f3f39109d66" providerId="ADAL" clId="{76F4CF54-C6A3-5919-AD9E-26D32F8B66A0}" dt="2026-10-09T05:15:08.892" v="480" actId="20577"/>
          <ac:spMkLst>
            <pc:docMk/>
            <pc:sldMk cId="1393493840" sldId="257"/>
            <ac:spMk id="5" creationId="{FB481B42-2296-004B-59A9-5610CD7BFA8A}"/>
          </ac:spMkLst>
        </pc:spChg>
        <pc:spChg chg="mod topLvl">
          <ac:chgData name="Li, Chengkai" userId="ea378c01-2e17-4950-9cf5-6f3f39109d66" providerId="ADAL" clId="{76F4CF54-C6A3-5919-AD9E-26D32F8B66A0}" dt="2026-10-09T06:38:20.957" v="1995" actId="1076"/>
          <ac:spMkLst>
            <pc:docMk/>
            <pc:sldMk cId="1393493840" sldId="257"/>
            <ac:spMk id="7" creationId="{E87A34E4-EAD6-79ED-7F28-D47BBFC28C90}"/>
          </ac:spMkLst>
        </pc:spChg>
        <pc:spChg chg="mod topLvl">
          <ac:chgData name="Li, Chengkai" userId="ea378c01-2e17-4950-9cf5-6f3f39109d66" providerId="ADAL" clId="{76F4CF54-C6A3-5919-AD9E-26D32F8B66A0}" dt="2026-10-09T06:38:20.957" v="1995" actId="1076"/>
          <ac:spMkLst>
            <pc:docMk/>
            <pc:sldMk cId="1393493840" sldId="257"/>
            <ac:spMk id="8" creationId="{9D77C3A2-19BC-B570-19A9-F0CE568056DE}"/>
          </ac:spMkLst>
        </pc:spChg>
        <pc:spChg chg="mod topLvl">
          <ac:chgData name="Li, Chengkai" userId="ea378c01-2e17-4950-9cf5-6f3f39109d66" providerId="ADAL" clId="{76F4CF54-C6A3-5919-AD9E-26D32F8B66A0}" dt="2026-10-09T06:38:20.957" v="1995" actId="1076"/>
          <ac:spMkLst>
            <pc:docMk/>
            <pc:sldMk cId="1393493840" sldId="257"/>
            <ac:spMk id="9" creationId="{597C3AF8-D18E-ADB6-67DF-FC10A38221E4}"/>
          </ac:spMkLst>
        </pc:spChg>
        <pc:spChg chg="mod topLvl">
          <ac:chgData name="Li, Chengkai" userId="ea378c01-2e17-4950-9cf5-6f3f39109d66" providerId="ADAL" clId="{76F4CF54-C6A3-5919-AD9E-26D32F8B66A0}" dt="2026-10-09T06:38:31.151" v="1996" actId="1076"/>
          <ac:spMkLst>
            <pc:docMk/>
            <pc:sldMk cId="1393493840" sldId="257"/>
            <ac:spMk id="10" creationId="{C3EF60F4-A99B-6F37-B9F0-AB885465931F}"/>
          </ac:spMkLst>
        </pc:spChg>
        <pc:spChg chg="mod topLvl">
          <ac:chgData name="Li, Chengkai" userId="ea378c01-2e17-4950-9cf5-6f3f39109d66" providerId="ADAL" clId="{76F4CF54-C6A3-5919-AD9E-26D32F8B66A0}" dt="2026-10-09T06:38:39.600" v="1997" actId="1076"/>
          <ac:spMkLst>
            <pc:docMk/>
            <pc:sldMk cId="1393493840" sldId="257"/>
            <ac:spMk id="11" creationId="{2F67484B-FB1F-77F6-68F2-7D19541C15D3}"/>
          </ac:spMkLst>
        </pc:spChg>
        <pc:spChg chg="mod">
          <ac:chgData name="Li, Chengkai" userId="ea378c01-2e17-4950-9cf5-6f3f39109d66" providerId="ADAL" clId="{76F4CF54-C6A3-5919-AD9E-26D32F8B66A0}" dt="2026-10-09T05:16:27.822" v="533" actId="1076"/>
          <ac:spMkLst>
            <pc:docMk/>
            <pc:sldMk cId="1393493840" sldId="257"/>
            <ac:spMk id="12" creationId="{EC2161FA-3977-533D-75E0-49070CBE239E}"/>
          </ac:spMkLst>
        </pc:spChg>
        <pc:spChg chg="add del mod">
          <ac:chgData name="Li, Chengkai" userId="ea378c01-2e17-4950-9cf5-6f3f39109d66" providerId="ADAL" clId="{76F4CF54-C6A3-5919-AD9E-26D32F8B66A0}" dt="2026-10-09T01:05:06.656" v="1" actId="478"/>
          <ac:spMkLst>
            <pc:docMk/>
            <pc:sldMk cId="1393493840" sldId="257"/>
            <ac:spMk id="15" creationId="{D49CA517-0D61-A2E8-791D-62864C9E143A}"/>
          </ac:spMkLst>
        </pc:spChg>
        <pc:spChg chg="mod">
          <ac:chgData name="Li, Chengkai" userId="ea378c01-2e17-4950-9cf5-6f3f39109d66" providerId="ADAL" clId="{76F4CF54-C6A3-5919-AD9E-26D32F8B66A0}" dt="2026-10-09T05:08:41.724" v="372" actId="14100"/>
          <ac:spMkLst>
            <pc:docMk/>
            <pc:sldMk cId="1393493840" sldId="257"/>
            <ac:spMk id="25" creationId="{0E2E6A60-7144-7F6C-E7E5-33080B9B51DB}"/>
          </ac:spMkLst>
        </pc:spChg>
        <pc:spChg chg="mod">
          <ac:chgData name="Li, Chengkai" userId="ea378c01-2e17-4950-9cf5-6f3f39109d66" providerId="ADAL" clId="{76F4CF54-C6A3-5919-AD9E-26D32F8B66A0}" dt="2026-10-09T06:38:13.705" v="1994" actId="165"/>
          <ac:spMkLst>
            <pc:docMk/>
            <pc:sldMk cId="1393493840" sldId="257"/>
            <ac:spMk id="39" creationId="{53DE3505-F3EF-F1CC-1695-7F74711E55EC}"/>
          </ac:spMkLst>
        </pc:spChg>
        <pc:spChg chg="mod">
          <ac:chgData name="Li, Chengkai" userId="ea378c01-2e17-4950-9cf5-6f3f39109d66" providerId="ADAL" clId="{76F4CF54-C6A3-5919-AD9E-26D32F8B66A0}" dt="2026-10-09T06:38:13.705" v="1994" actId="165"/>
          <ac:spMkLst>
            <pc:docMk/>
            <pc:sldMk cId="1393493840" sldId="257"/>
            <ac:spMk id="41" creationId="{281B21DB-017E-A20E-AAF0-73F8637B9869}"/>
          </ac:spMkLst>
        </pc:spChg>
        <pc:grpChg chg="mod">
          <ac:chgData name="Li, Chengkai" userId="ea378c01-2e17-4950-9cf5-6f3f39109d66" providerId="ADAL" clId="{76F4CF54-C6A3-5919-AD9E-26D32F8B66A0}" dt="2026-10-09T06:38:31.151" v="1996" actId="1076"/>
          <ac:grpSpMkLst>
            <pc:docMk/>
            <pc:sldMk cId="1393493840" sldId="257"/>
            <ac:grpSpMk id="6" creationId="{5EDDB4DC-5C5F-9E8F-169A-223B4341915B}"/>
          </ac:grpSpMkLst>
        </pc:grpChg>
        <pc:grpChg chg="mod">
          <ac:chgData name="Li, Chengkai" userId="ea378c01-2e17-4950-9cf5-6f3f39109d66" providerId="ADAL" clId="{76F4CF54-C6A3-5919-AD9E-26D32F8B66A0}" dt="2026-10-09T06:37:59.906" v="1992" actId="1076"/>
          <ac:grpSpMkLst>
            <pc:docMk/>
            <pc:sldMk cId="1393493840" sldId="257"/>
            <ac:grpSpMk id="14" creationId="{37BD8A70-CA65-212F-B121-EBECE769F105}"/>
          </ac:grpSpMkLst>
        </pc:grpChg>
        <pc:picChg chg="mod">
          <ac:chgData name="Li, Chengkai" userId="ea378c01-2e17-4950-9cf5-6f3f39109d66" providerId="ADAL" clId="{76F4CF54-C6A3-5919-AD9E-26D32F8B66A0}" dt="2026-10-09T06:38:45.075" v="1998" actId="1076"/>
          <ac:picMkLst>
            <pc:docMk/>
            <pc:sldMk cId="1393493840" sldId="257"/>
            <ac:picMk id="15" creationId="{83A2FB01-EB91-C49F-B3B7-D57AFCF6CD75}"/>
          </ac:picMkLst>
        </pc:picChg>
        <pc:picChg chg="mod">
          <ac:chgData name="Li, Chengkai" userId="ea378c01-2e17-4950-9cf5-6f3f39109d66" providerId="ADAL" clId="{76F4CF54-C6A3-5919-AD9E-26D32F8B66A0}" dt="2026-10-09T05:08:04.031" v="348" actId="1035"/>
          <ac:picMkLst>
            <pc:docMk/>
            <pc:sldMk cId="1393493840" sldId="257"/>
            <ac:picMk id="38" creationId="{67E36686-EB6B-813E-3871-EC7F9D579A59}"/>
          </ac:picMkLst>
        </pc:picChg>
      </pc:sldChg>
      <pc:sldChg chg="modSp mod">
        <pc:chgData name="Li, Chengkai" userId="ea378c01-2e17-4950-9cf5-6f3f39109d66" providerId="ADAL" clId="{76F4CF54-C6A3-5919-AD9E-26D32F8B66A0}" dt="2026-10-09T05:38:38.146" v="1181" actId="1035"/>
        <pc:sldMkLst>
          <pc:docMk/>
          <pc:sldMk cId="625695286" sldId="259"/>
        </pc:sldMkLst>
        <pc:spChg chg="mod">
          <ac:chgData name="Li, Chengkai" userId="ea378c01-2e17-4950-9cf5-6f3f39109d66" providerId="ADAL" clId="{76F4CF54-C6A3-5919-AD9E-26D32F8B66A0}" dt="2026-10-09T05:21:16.367" v="564" actId="1076"/>
          <ac:spMkLst>
            <pc:docMk/>
            <pc:sldMk cId="625695286" sldId="259"/>
            <ac:spMk id="3" creationId="{15772292-91B2-7466-2A6E-91BEEA88A715}"/>
          </ac:spMkLst>
        </pc:spChg>
        <pc:spChg chg="mod">
          <ac:chgData name="Li, Chengkai" userId="ea378c01-2e17-4950-9cf5-6f3f39109d66" providerId="ADAL" clId="{76F4CF54-C6A3-5919-AD9E-26D32F8B66A0}" dt="2026-10-09T05:38:19.240" v="1161"/>
          <ac:spMkLst>
            <pc:docMk/>
            <pc:sldMk cId="625695286" sldId="259"/>
            <ac:spMk id="4" creationId="{465556CC-B08F-8E5F-7B98-A81841B14D18}"/>
          </ac:spMkLst>
        </pc:spChg>
        <pc:spChg chg="mod">
          <ac:chgData name="Li, Chengkai" userId="ea378c01-2e17-4950-9cf5-6f3f39109d66" providerId="ADAL" clId="{76F4CF54-C6A3-5919-AD9E-26D32F8B66A0}" dt="2026-10-09T05:20:21.641" v="558" actId="1076"/>
          <ac:spMkLst>
            <pc:docMk/>
            <pc:sldMk cId="625695286" sldId="259"/>
            <ac:spMk id="29" creationId="{0C8FA3E6-6452-FFEC-9088-A7993E7BD5E8}"/>
          </ac:spMkLst>
        </pc:spChg>
        <pc:spChg chg="mod">
          <ac:chgData name="Li, Chengkai" userId="ea378c01-2e17-4950-9cf5-6f3f39109d66" providerId="ADAL" clId="{76F4CF54-C6A3-5919-AD9E-26D32F8B66A0}" dt="2026-10-09T05:20:49.923" v="560" actId="1076"/>
          <ac:spMkLst>
            <pc:docMk/>
            <pc:sldMk cId="625695286" sldId="259"/>
            <ac:spMk id="30" creationId="{F169CAC5-35A3-2AAC-E824-3C5EB3651CC6}"/>
          </ac:spMkLst>
        </pc:spChg>
        <pc:spChg chg="mod">
          <ac:chgData name="Li, Chengkai" userId="ea378c01-2e17-4950-9cf5-6f3f39109d66" providerId="ADAL" clId="{76F4CF54-C6A3-5919-AD9E-26D32F8B66A0}" dt="2026-10-09T05:21:11.966" v="562" actId="1076"/>
          <ac:spMkLst>
            <pc:docMk/>
            <pc:sldMk cId="625695286" sldId="259"/>
            <ac:spMk id="79" creationId="{56AEEC98-1F25-6C02-D19C-3A15D3085C5C}"/>
          </ac:spMkLst>
        </pc:spChg>
        <pc:spChg chg="mod">
          <ac:chgData name="Li, Chengkai" userId="ea378c01-2e17-4950-9cf5-6f3f39109d66" providerId="ADAL" clId="{76F4CF54-C6A3-5919-AD9E-26D32F8B66A0}" dt="2026-10-09T05:21:20.240" v="565" actId="1076"/>
          <ac:spMkLst>
            <pc:docMk/>
            <pc:sldMk cId="625695286" sldId="259"/>
            <ac:spMk id="80" creationId="{0464D2B7-B623-0742-6E02-ED4E59E7A7D1}"/>
          </ac:spMkLst>
        </pc:spChg>
        <pc:grpChg chg="mod">
          <ac:chgData name="Li, Chengkai" userId="ea378c01-2e17-4950-9cf5-6f3f39109d66" providerId="ADAL" clId="{76F4CF54-C6A3-5919-AD9E-26D32F8B66A0}" dt="2026-10-09T05:38:38.146" v="1181" actId="1035"/>
          <ac:grpSpMkLst>
            <pc:docMk/>
            <pc:sldMk cId="625695286" sldId="259"/>
            <ac:grpSpMk id="81" creationId="{CA068F29-47B1-675B-770B-516B57620D92}"/>
          </ac:grpSpMkLst>
        </pc:grpChg>
      </pc:sldChg>
      <pc:sldChg chg="addSp modSp mod">
        <pc:chgData name="Li, Chengkai" userId="ea378c01-2e17-4950-9cf5-6f3f39109d66" providerId="ADAL" clId="{76F4CF54-C6A3-5919-AD9E-26D32F8B66A0}" dt="2026-10-09T05:26:35.345" v="816" actId="1076"/>
        <pc:sldMkLst>
          <pc:docMk/>
          <pc:sldMk cId="3764498640" sldId="263"/>
        </pc:sldMkLst>
        <pc:spChg chg="mod">
          <ac:chgData name="Li, Chengkai" userId="ea378c01-2e17-4950-9cf5-6f3f39109d66" providerId="ADAL" clId="{76F4CF54-C6A3-5919-AD9E-26D32F8B66A0}" dt="2026-10-09T01:16:37.717" v="67" actId="1076"/>
          <ac:spMkLst>
            <pc:docMk/>
            <pc:sldMk cId="3764498640" sldId="263"/>
            <ac:spMk id="4" creationId="{14DB87DC-AE00-3EA3-5A35-D010BD00A977}"/>
          </ac:spMkLst>
        </pc:spChg>
        <pc:spChg chg="mod">
          <ac:chgData name="Li, Chengkai" userId="ea378c01-2e17-4950-9cf5-6f3f39109d66" providerId="ADAL" clId="{76F4CF54-C6A3-5919-AD9E-26D32F8B66A0}" dt="2026-10-09T05:26:26.647" v="815" actId="1035"/>
          <ac:spMkLst>
            <pc:docMk/>
            <pc:sldMk cId="3764498640" sldId="263"/>
            <ac:spMk id="6" creationId="{A193CD83-3D2E-C1F5-D736-6D0406CE05D5}"/>
          </ac:spMkLst>
        </pc:spChg>
        <pc:spChg chg="mod">
          <ac:chgData name="Li, Chengkai" userId="ea378c01-2e17-4950-9cf5-6f3f39109d66" providerId="ADAL" clId="{76F4CF54-C6A3-5919-AD9E-26D32F8B66A0}" dt="2026-10-09T05:26:26.647" v="815" actId="1035"/>
          <ac:spMkLst>
            <pc:docMk/>
            <pc:sldMk cId="3764498640" sldId="263"/>
            <ac:spMk id="7" creationId="{4B0F25AF-416A-4982-DA7E-7DF61DDB57FA}"/>
          </ac:spMkLst>
        </pc:spChg>
        <pc:spChg chg="add mod">
          <ac:chgData name="Li, Chengkai" userId="ea378c01-2e17-4950-9cf5-6f3f39109d66" providerId="ADAL" clId="{76F4CF54-C6A3-5919-AD9E-26D32F8B66A0}" dt="2026-10-09T05:26:35.345" v="816" actId="1076"/>
          <ac:spMkLst>
            <pc:docMk/>
            <pc:sldMk cId="3764498640" sldId="263"/>
            <ac:spMk id="8" creationId="{3C66E906-2CEF-286D-486D-212F9E8B56D8}"/>
          </ac:spMkLst>
        </pc:spChg>
        <pc:graphicFrameChg chg="mod">
          <ac:chgData name="Li, Chengkai" userId="ea378c01-2e17-4950-9cf5-6f3f39109d66" providerId="ADAL" clId="{76F4CF54-C6A3-5919-AD9E-26D32F8B66A0}" dt="2026-10-09T05:26:26.647" v="815" actId="1035"/>
          <ac:graphicFrameMkLst>
            <pc:docMk/>
            <pc:sldMk cId="3764498640" sldId="263"/>
            <ac:graphicFrameMk id="2" creationId="{F6B92330-8E85-F613-E228-1F0D70C4C9BA}"/>
          </ac:graphicFrameMkLst>
        </pc:graphicFrameChg>
      </pc:sldChg>
      <pc:sldChg chg="modSp mod">
        <pc:chgData name="Li, Chengkai" userId="ea378c01-2e17-4950-9cf5-6f3f39109d66" providerId="ADAL" clId="{76F4CF54-C6A3-5919-AD9E-26D32F8B66A0}" dt="2026-10-09T04:32:59.124" v="271" actId="12"/>
        <pc:sldMkLst>
          <pc:docMk/>
          <pc:sldMk cId="1450025226" sldId="264"/>
        </pc:sldMkLst>
        <pc:spChg chg="mod">
          <ac:chgData name="Li, Chengkai" userId="ea378c01-2e17-4950-9cf5-6f3f39109d66" providerId="ADAL" clId="{76F4CF54-C6A3-5919-AD9E-26D32F8B66A0}" dt="2026-10-09T01:18:48.069" v="143" actId="1038"/>
          <ac:spMkLst>
            <pc:docMk/>
            <pc:sldMk cId="1450025226" sldId="264"/>
            <ac:spMk id="3" creationId="{AFA420E9-1E0F-E3EC-CD76-7670100BA6F7}"/>
          </ac:spMkLst>
        </pc:spChg>
        <pc:spChg chg="mod">
          <ac:chgData name="Li, Chengkai" userId="ea378c01-2e17-4950-9cf5-6f3f39109d66" providerId="ADAL" clId="{76F4CF54-C6A3-5919-AD9E-26D32F8B66A0}" dt="2026-10-09T04:32:59.124" v="271" actId="12"/>
          <ac:spMkLst>
            <pc:docMk/>
            <pc:sldMk cId="1450025226" sldId="264"/>
            <ac:spMk id="8" creationId="{8035712D-423B-6F2E-5E4C-AE57E7A609F1}"/>
          </ac:spMkLst>
        </pc:spChg>
        <pc:spChg chg="mod">
          <ac:chgData name="Li, Chengkai" userId="ea378c01-2e17-4950-9cf5-6f3f39109d66" providerId="ADAL" clId="{76F4CF54-C6A3-5919-AD9E-26D32F8B66A0}" dt="2026-10-09T04:32:51.076" v="269" actId="12"/>
          <ac:spMkLst>
            <pc:docMk/>
            <pc:sldMk cId="1450025226" sldId="264"/>
            <ac:spMk id="9" creationId="{06837F94-BBC5-A659-40DE-2F1B32779F70}"/>
          </ac:spMkLst>
        </pc:spChg>
        <pc:grpChg chg="mod">
          <ac:chgData name="Li, Chengkai" userId="ea378c01-2e17-4950-9cf5-6f3f39109d66" providerId="ADAL" clId="{76F4CF54-C6A3-5919-AD9E-26D32F8B66A0}" dt="2026-10-09T01:15:32.690" v="60" actId="1038"/>
          <ac:grpSpMkLst>
            <pc:docMk/>
            <pc:sldMk cId="1450025226" sldId="264"/>
            <ac:grpSpMk id="38" creationId="{E91BE0DF-BF82-3210-3532-00087EB1721A}"/>
          </ac:grpSpMkLst>
        </pc:grpChg>
        <pc:picChg chg="mod">
          <ac:chgData name="Li, Chengkai" userId="ea378c01-2e17-4950-9cf5-6f3f39109d66" providerId="ADAL" clId="{76F4CF54-C6A3-5919-AD9E-26D32F8B66A0}" dt="2026-10-09T01:18:32.554" v="139" actId="1037"/>
          <ac:picMkLst>
            <pc:docMk/>
            <pc:sldMk cId="1450025226" sldId="264"/>
            <ac:picMk id="6" creationId="{DAD58D66-131F-73BB-21B3-23C167C8D1A6}"/>
          </ac:picMkLst>
        </pc:picChg>
        <pc:picChg chg="mod">
          <ac:chgData name="Li, Chengkai" userId="ea378c01-2e17-4950-9cf5-6f3f39109d66" providerId="ADAL" clId="{76F4CF54-C6A3-5919-AD9E-26D32F8B66A0}" dt="2026-10-09T01:18:14.510" v="129" actId="1037"/>
          <ac:picMkLst>
            <pc:docMk/>
            <pc:sldMk cId="1450025226" sldId="264"/>
            <ac:picMk id="7" creationId="{B43293EF-9513-B6E5-C871-72740845A46E}"/>
          </ac:picMkLst>
        </pc:picChg>
        <pc:picChg chg="mod">
          <ac:chgData name="Li, Chengkai" userId="ea378c01-2e17-4950-9cf5-6f3f39109d66" providerId="ADAL" clId="{76F4CF54-C6A3-5919-AD9E-26D32F8B66A0}" dt="2026-10-09T01:18:36.146" v="140" actId="1038"/>
          <ac:picMkLst>
            <pc:docMk/>
            <pc:sldMk cId="1450025226" sldId="264"/>
            <ac:picMk id="14" creationId="{F7A43993-7711-1BF2-C465-2A24D51F6973}"/>
          </ac:picMkLst>
        </pc:picChg>
        <pc:picChg chg="mod">
          <ac:chgData name="Li, Chengkai" userId="ea378c01-2e17-4950-9cf5-6f3f39109d66" providerId="ADAL" clId="{76F4CF54-C6A3-5919-AD9E-26D32F8B66A0}" dt="2026-10-09T01:18:23.801" v="138" actId="1038"/>
          <ac:picMkLst>
            <pc:docMk/>
            <pc:sldMk cId="1450025226" sldId="264"/>
            <ac:picMk id="37" creationId="{BDEEF69E-5C12-90B7-D6D3-09B599BD5E66}"/>
          </ac:picMkLst>
        </pc:picChg>
      </pc:sldChg>
      <pc:sldChg chg="modSp mod modNotesTx">
        <pc:chgData name="Li, Chengkai" userId="ea378c01-2e17-4950-9cf5-6f3f39109d66" providerId="ADAL" clId="{76F4CF54-C6A3-5919-AD9E-26D32F8B66A0}" dt="2026-10-09T05:22:38.413" v="580" actId="20577"/>
        <pc:sldMkLst>
          <pc:docMk/>
          <pc:sldMk cId="3504016890" sldId="267"/>
        </pc:sldMkLst>
        <pc:spChg chg="mod">
          <ac:chgData name="Li, Chengkai" userId="ea378c01-2e17-4950-9cf5-6f3f39109d66" providerId="ADAL" clId="{76F4CF54-C6A3-5919-AD9E-26D32F8B66A0}" dt="2026-10-09T02:10:26.143" v="183" actId="20577"/>
          <ac:spMkLst>
            <pc:docMk/>
            <pc:sldMk cId="3504016890" sldId="267"/>
            <ac:spMk id="5" creationId="{47740D81-39BF-CDD1-E1AD-7DB2B87E3770}"/>
          </ac:spMkLst>
        </pc:spChg>
        <pc:spChg chg="mod">
          <ac:chgData name="Li, Chengkai" userId="ea378c01-2e17-4950-9cf5-6f3f39109d66" providerId="ADAL" clId="{76F4CF54-C6A3-5919-AD9E-26D32F8B66A0}" dt="2026-10-09T02:09:13.279" v="169" actId="1036"/>
          <ac:spMkLst>
            <pc:docMk/>
            <pc:sldMk cId="3504016890" sldId="267"/>
            <ac:spMk id="6" creationId="{101A9B0D-F50E-C236-1329-0AB9E0788267}"/>
          </ac:spMkLst>
        </pc:spChg>
        <pc:spChg chg="mod">
          <ac:chgData name="Li, Chengkai" userId="ea378c01-2e17-4950-9cf5-6f3f39109d66" providerId="ADAL" clId="{76F4CF54-C6A3-5919-AD9E-26D32F8B66A0}" dt="2026-10-09T02:38:56.998" v="244" actId="1076"/>
          <ac:spMkLst>
            <pc:docMk/>
            <pc:sldMk cId="3504016890" sldId="267"/>
            <ac:spMk id="8" creationId="{AC503DA6-56AE-6573-2ACA-7922AA617D05}"/>
          </ac:spMkLst>
        </pc:spChg>
        <pc:spChg chg="mod">
          <ac:chgData name="Li, Chengkai" userId="ea378c01-2e17-4950-9cf5-6f3f39109d66" providerId="ADAL" clId="{76F4CF54-C6A3-5919-AD9E-26D32F8B66A0}" dt="2026-10-09T02:38:49.102" v="242" actId="1076"/>
          <ac:spMkLst>
            <pc:docMk/>
            <pc:sldMk cId="3504016890" sldId="267"/>
            <ac:spMk id="9" creationId="{B176B2A8-B814-04AE-F67E-251ABE08727F}"/>
          </ac:spMkLst>
        </pc:spChg>
        <pc:spChg chg="mod">
          <ac:chgData name="Li, Chengkai" userId="ea378c01-2e17-4950-9cf5-6f3f39109d66" providerId="ADAL" clId="{76F4CF54-C6A3-5919-AD9E-26D32F8B66A0}" dt="2026-10-09T02:09:10.005" v="164" actId="1036"/>
          <ac:spMkLst>
            <pc:docMk/>
            <pc:sldMk cId="3504016890" sldId="267"/>
            <ac:spMk id="10" creationId="{25B566C5-8D73-2902-2768-F69EB2B7037E}"/>
          </ac:spMkLst>
        </pc:spChg>
        <pc:spChg chg="mod">
          <ac:chgData name="Li, Chengkai" userId="ea378c01-2e17-4950-9cf5-6f3f39109d66" providerId="ADAL" clId="{76F4CF54-C6A3-5919-AD9E-26D32F8B66A0}" dt="2026-10-09T02:38:52.172" v="243" actId="1076"/>
          <ac:spMkLst>
            <pc:docMk/>
            <pc:sldMk cId="3504016890" sldId="267"/>
            <ac:spMk id="12" creationId="{E7EE7B50-AF2B-42B8-657D-862513E32D5D}"/>
          </ac:spMkLst>
        </pc:spChg>
        <pc:spChg chg="mod">
          <ac:chgData name="Li, Chengkai" userId="ea378c01-2e17-4950-9cf5-6f3f39109d66" providerId="ADAL" clId="{76F4CF54-C6A3-5919-AD9E-26D32F8B66A0}" dt="2026-10-09T05:22:38.413" v="580" actId="20577"/>
          <ac:spMkLst>
            <pc:docMk/>
            <pc:sldMk cId="3504016890" sldId="267"/>
            <ac:spMk id="42" creationId="{4ADAB544-0226-D215-CADB-C2BD3C6DE0A0}"/>
          </ac:spMkLst>
        </pc:spChg>
        <pc:grpChg chg="mod">
          <ac:chgData name="Li, Chengkai" userId="ea378c01-2e17-4950-9cf5-6f3f39109d66" providerId="ADAL" clId="{76F4CF54-C6A3-5919-AD9E-26D32F8B66A0}" dt="2026-10-09T02:09:24.527" v="181" actId="1037"/>
          <ac:grpSpMkLst>
            <pc:docMk/>
            <pc:sldMk cId="3504016890" sldId="267"/>
            <ac:grpSpMk id="13" creationId="{4827030D-65C7-7BBF-1655-7ECA0E5971D4}"/>
          </ac:grpSpMkLst>
        </pc:grpChg>
      </pc:sldChg>
      <pc:sldChg chg="modSp mod">
        <pc:chgData name="Li, Chengkai" userId="ea378c01-2e17-4950-9cf5-6f3f39109d66" providerId="ADAL" clId="{76F4CF54-C6A3-5919-AD9E-26D32F8B66A0}" dt="2026-10-09T02:20:42.216" v="223" actId="1076"/>
        <pc:sldMkLst>
          <pc:docMk/>
          <pc:sldMk cId="2727582198" sldId="269"/>
        </pc:sldMkLst>
        <pc:spChg chg="mod">
          <ac:chgData name="Li, Chengkai" userId="ea378c01-2e17-4950-9cf5-6f3f39109d66" providerId="ADAL" clId="{76F4CF54-C6A3-5919-AD9E-26D32F8B66A0}" dt="2026-10-09T02:19:01.999" v="219" actId="403"/>
          <ac:spMkLst>
            <pc:docMk/>
            <pc:sldMk cId="2727582198" sldId="269"/>
            <ac:spMk id="4" creationId="{ECC6AFA5-D0F2-577E-14C9-5DECD61AEAEF}"/>
          </ac:spMkLst>
        </pc:spChg>
        <pc:picChg chg="mod">
          <ac:chgData name="Li, Chengkai" userId="ea378c01-2e17-4950-9cf5-6f3f39109d66" providerId="ADAL" clId="{76F4CF54-C6A3-5919-AD9E-26D32F8B66A0}" dt="2026-10-09T02:20:42.216" v="223" actId="1076"/>
          <ac:picMkLst>
            <pc:docMk/>
            <pc:sldMk cId="2727582198" sldId="269"/>
            <ac:picMk id="3" creationId="{9045E759-E4D3-6896-49C4-E3EB4A5AB657}"/>
          </ac:picMkLst>
        </pc:picChg>
      </pc:sldChg>
      <pc:sldChg chg="modSp mod">
        <pc:chgData name="Li, Chengkai" userId="ea378c01-2e17-4950-9cf5-6f3f39109d66" providerId="ADAL" clId="{76F4CF54-C6A3-5919-AD9E-26D32F8B66A0}" dt="2026-10-09T02:21:21.516" v="237" actId="1076"/>
        <pc:sldMkLst>
          <pc:docMk/>
          <pc:sldMk cId="3560599598" sldId="271"/>
        </pc:sldMkLst>
        <pc:spChg chg="mod">
          <ac:chgData name="Li, Chengkai" userId="ea378c01-2e17-4950-9cf5-6f3f39109d66" providerId="ADAL" clId="{76F4CF54-C6A3-5919-AD9E-26D32F8B66A0}" dt="2026-10-09T02:21:11.155" v="232" actId="1076"/>
          <ac:spMkLst>
            <pc:docMk/>
            <pc:sldMk cId="3560599598" sldId="271"/>
            <ac:spMk id="5" creationId="{331CC308-04E2-DFEE-A3A3-AD16746E7BF7}"/>
          </ac:spMkLst>
        </pc:spChg>
        <pc:picChg chg="mod">
          <ac:chgData name="Li, Chengkai" userId="ea378c01-2e17-4950-9cf5-6f3f39109d66" providerId="ADAL" clId="{76F4CF54-C6A3-5919-AD9E-26D32F8B66A0}" dt="2026-10-09T02:21:21.516" v="237" actId="1076"/>
          <ac:picMkLst>
            <pc:docMk/>
            <pc:sldMk cId="3560599598" sldId="271"/>
            <ac:picMk id="3" creationId="{38C44F8D-8CE8-FDC8-97AA-CDE031F28230}"/>
          </ac:picMkLst>
        </pc:picChg>
      </pc:sldChg>
      <pc:sldChg chg="modSp mod">
        <pc:chgData name="Li, Chengkai" userId="ea378c01-2e17-4950-9cf5-6f3f39109d66" providerId="ADAL" clId="{76F4CF54-C6A3-5919-AD9E-26D32F8B66A0}" dt="2026-10-09T05:58:44.088" v="1983" actId="207"/>
        <pc:sldMkLst>
          <pc:docMk/>
          <pc:sldMk cId="4087641893" sldId="272"/>
        </pc:sldMkLst>
        <pc:spChg chg="mod">
          <ac:chgData name="Li, Chengkai" userId="ea378c01-2e17-4950-9cf5-6f3f39109d66" providerId="ADAL" clId="{76F4CF54-C6A3-5919-AD9E-26D32F8B66A0}" dt="2026-10-09T02:13:02.707" v="211" actId="1076"/>
          <ac:spMkLst>
            <pc:docMk/>
            <pc:sldMk cId="4087641893" sldId="272"/>
            <ac:spMk id="2" creationId="{325D264C-C418-0E99-B070-225B396D056B}"/>
          </ac:spMkLst>
        </pc:spChg>
        <pc:spChg chg="mod">
          <ac:chgData name="Li, Chengkai" userId="ea378c01-2e17-4950-9cf5-6f3f39109d66" providerId="ADAL" clId="{76F4CF54-C6A3-5919-AD9E-26D32F8B66A0}" dt="2026-10-09T05:58:25.949" v="1978" actId="1076"/>
          <ac:spMkLst>
            <pc:docMk/>
            <pc:sldMk cId="4087641893" sldId="272"/>
            <ac:spMk id="3" creationId="{DC54A79E-9BA1-40FE-B8EE-605E98B9B96E}"/>
          </ac:spMkLst>
        </pc:spChg>
        <pc:spChg chg="mod">
          <ac:chgData name="Li, Chengkai" userId="ea378c01-2e17-4950-9cf5-6f3f39109d66" providerId="ADAL" clId="{76F4CF54-C6A3-5919-AD9E-26D32F8B66A0}" dt="2026-10-09T05:58:44.088" v="1983" actId="207"/>
          <ac:spMkLst>
            <pc:docMk/>
            <pc:sldMk cId="4087641893" sldId="272"/>
            <ac:spMk id="6" creationId="{7E052A7E-BA92-0F51-8162-D63FB5E7105B}"/>
          </ac:spMkLst>
        </pc:spChg>
        <pc:spChg chg="mod">
          <ac:chgData name="Li, Chengkai" userId="ea378c01-2e17-4950-9cf5-6f3f39109d66" providerId="ADAL" clId="{76F4CF54-C6A3-5919-AD9E-26D32F8B66A0}" dt="2026-10-09T05:55:29.686" v="1711" actId="207"/>
          <ac:spMkLst>
            <pc:docMk/>
            <pc:sldMk cId="4087641893" sldId="272"/>
            <ac:spMk id="7" creationId="{9066FAFD-C43F-C767-F1A7-C889A626DCEC}"/>
          </ac:spMkLst>
        </pc:spChg>
        <pc:spChg chg="mod">
          <ac:chgData name="Li, Chengkai" userId="ea378c01-2e17-4950-9cf5-6f3f39109d66" providerId="ADAL" clId="{76F4CF54-C6A3-5919-AD9E-26D32F8B66A0}" dt="2026-10-09T05:55:39.543" v="1712" actId="2085"/>
          <ac:spMkLst>
            <pc:docMk/>
            <pc:sldMk cId="4087641893" sldId="272"/>
            <ac:spMk id="8" creationId="{59550F25-DCD7-D7EB-7966-5BD57E7DF389}"/>
          </ac:spMkLst>
        </pc:spChg>
      </pc:sldChg>
      <pc:sldChg chg="modSp mod">
        <pc:chgData name="Li, Chengkai" userId="ea378c01-2e17-4950-9cf5-6f3f39109d66" providerId="ADAL" clId="{76F4CF54-C6A3-5919-AD9E-26D32F8B66A0}" dt="2026-10-09T05:59:23.917" v="1987" actId="1076"/>
        <pc:sldMkLst>
          <pc:docMk/>
          <pc:sldMk cId="2531429411" sldId="273"/>
        </pc:sldMkLst>
        <pc:spChg chg="mod">
          <ac:chgData name="Li, Chengkai" userId="ea378c01-2e17-4950-9cf5-6f3f39109d66" providerId="ADAL" clId="{76F4CF54-C6A3-5919-AD9E-26D32F8B66A0}" dt="2026-10-09T05:59:06.231" v="1985" actId="20577"/>
          <ac:spMkLst>
            <pc:docMk/>
            <pc:sldMk cId="2531429411" sldId="273"/>
            <ac:spMk id="2" creationId="{197E7F50-6D99-358D-28D9-334483BF1ACD}"/>
          </ac:spMkLst>
        </pc:spChg>
        <pc:picChg chg="mod">
          <ac:chgData name="Li, Chengkai" userId="ea378c01-2e17-4950-9cf5-6f3f39109d66" providerId="ADAL" clId="{76F4CF54-C6A3-5919-AD9E-26D32F8B66A0}" dt="2026-10-09T05:59:23.917" v="1987" actId="1076"/>
          <ac:picMkLst>
            <pc:docMk/>
            <pc:sldMk cId="2531429411" sldId="273"/>
            <ac:picMk id="6" creationId="{AFEAE657-679F-6760-655B-7AB972CE74F9}"/>
          </ac:picMkLst>
        </pc:picChg>
      </pc:sldChg>
      <pc:sldChg chg="modSp mod">
        <pc:chgData name="Li, Chengkai" userId="ea378c01-2e17-4950-9cf5-6f3f39109d66" providerId="ADAL" clId="{76F4CF54-C6A3-5919-AD9E-26D32F8B66A0}" dt="2026-10-09T04:36:30.541" v="272" actId="20577"/>
        <pc:sldMkLst>
          <pc:docMk/>
          <pc:sldMk cId="2599075715" sldId="277"/>
        </pc:sldMkLst>
        <pc:spChg chg="mod">
          <ac:chgData name="Li, Chengkai" userId="ea378c01-2e17-4950-9cf5-6f3f39109d66" providerId="ADAL" clId="{76F4CF54-C6A3-5919-AD9E-26D32F8B66A0}" dt="2026-10-09T02:36:25.403" v="239" actId="20577"/>
          <ac:spMkLst>
            <pc:docMk/>
            <pc:sldMk cId="2599075715" sldId="277"/>
            <ac:spMk id="2" creationId="{2FE35D5A-9B98-4126-D021-D5BA997EFFD6}"/>
          </ac:spMkLst>
        </pc:spChg>
        <pc:spChg chg="mod">
          <ac:chgData name="Li, Chengkai" userId="ea378c01-2e17-4950-9cf5-6f3f39109d66" providerId="ADAL" clId="{76F4CF54-C6A3-5919-AD9E-26D32F8B66A0}" dt="2026-10-09T04:36:30.541" v="272" actId="20577"/>
          <ac:spMkLst>
            <pc:docMk/>
            <pc:sldMk cId="2599075715" sldId="277"/>
            <ac:spMk id="42" creationId="{2E301A4A-FD62-628E-FCE8-17F0DD5788D8}"/>
          </ac:spMkLst>
        </pc:spChg>
      </pc:sldChg>
      <pc:sldChg chg="modSp mod">
        <pc:chgData name="Li, Chengkai" userId="ea378c01-2e17-4950-9cf5-6f3f39109d66" providerId="ADAL" clId="{76F4CF54-C6A3-5919-AD9E-26D32F8B66A0}" dt="2026-10-09T02:08:37.227" v="148" actId="1076"/>
        <pc:sldMkLst>
          <pc:docMk/>
          <pc:sldMk cId="444323548" sldId="1542"/>
        </pc:sldMkLst>
        <pc:spChg chg="mod">
          <ac:chgData name="Li, Chengkai" userId="ea378c01-2e17-4950-9cf5-6f3f39109d66" providerId="ADAL" clId="{76F4CF54-C6A3-5919-AD9E-26D32F8B66A0}" dt="2026-10-09T02:08:23.216" v="144" actId="403"/>
          <ac:spMkLst>
            <pc:docMk/>
            <pc:sldMk cId="444323548" sldId="1542"/>
            <ac:spMk id="8" creationId="{CEC1903C-AB48-966D-564E-F030725C0467}"/>
          </ac:spMkLst>
        </pc:spChg>
        <pc:spChg chg="mod">
          <ac:chgData name="Li, Chengkai" userId="ea378c01-2e17-4950-9cf5-6f3f39109d66" providerId="ADAL" clId="{76F4CF54-C6A3-5919-AD9E-26D32F8B66A0}" dt="2026-10-09T02:08:25.519" v="145" actId="403"/>
          <ac:spMkLst>
            <pc:docMk/>
            <pc:sldMk cId="444323548" sldId="1542"/>
            <ac:spMk id="9" creationId="{FEFADCE0-0D25-9937-8B0E-B866F4A25C85}"/>
          </ac:spMkLst>
        </pc:spChg>
        <pc:grpChg chg="mod">
          <ac:chgData name="Li, Chengkai" userId="ea378c01-2e17-4950-9cf5-6f3f39109d66" providerId="ADAL" clId="{76F4CF54-C6A3-5919-AD9E-26D32F8B66A0}" dt="2026-10-09T02:08:37.227" v="148" actId="1076"/>
          <ac:grpSpMkLst>
            <pc:docMk/>
            <pc:sldMk cId="444323548" sldId="1542"/>
            <ac:grpSpMk id="2" creationId="{8B6D7052-6966-AF70-273F-0EFA4A803C8C}"/>
          </ac:grpSpMkLst>
        </pc:grpChg>
      </pc:sldChg>
      <pc:sldChg chg="modSp mod">
        <pc:chgData name="Li, Chengkai" userId="ea378c01-2e17-4950-9cf5-6f3f39109d66" providerId="ADAL" clId="{76F4CF54-C6A3-5919-AD9E-26D32F8B66A0}" dt="2026-10-09T02:58:57.250" v="256" actId="403"/>
        <pc:sldMkLst>
          <pc:docMk/>
          <pc:sldMk cId="330161346" sldId="1544"/>
        </pc:sldMkLst>
        <pc:spChg chg="mod">
          <ac:chgData name="Li, Chengkai" userId="ea378c01-2e17-4950-9cf5-6f3f39109d66" providerId="ADAL" clId="{76F4CF54-C6A3-5919-AD9E-26D32F8B66A0}" dt="2026-10-09T02:58:57.250" v="256" actId="403"/>
          <ac:spMkLst>
            <pc:docMk/>
            <pc:sldMk cId="330161346" sldId="1544"/>
            <ac:spMk id="9" creationId="{C516C224-B76C-21B7-CA71-B53708569963}"/>
          </ac:spMkLst>
        </pc:spChg>
        <pc:spChg chg="mod">
          <ac:chgData name="Li, Chengkai" userId="ea378c01-2e17-4950-9cf5-6f3f39109d66" providerId="ADAL" clId="{76F4CF54-C6A3-5919-AD9E-26D32F8B66A0}" dt="2026-10-09T02:58:52.178" v="253" actId="403"/>
          <ac:spMkLst>
            <pc:docMk/>
            <pc:sldMk cId="330161346" sldId="1544"/>
            <ac:spMk id="11" creationId="{0062F1D5-F29D-9595-627A-618B01D168AA}"/>
          </ac:spMkLst>
        </pc:spChg>
        <pc:spChg chg="mod">
          <ac:chgData name="Li, Chengkai" userId="ea378c01-2e17-4950-9cf5-6f3f39109d66" providerId="ADAL" clId="{76F4CF54-C6A3-5919-AD9E-26D32F8B66A0}" dt="2026-10-09T02:58:45.639" v="250" actId="1076"/>
          <ac:spMkLst>
            <pc:docMk/>
            <pc:sldMk cId="330161346" sldId="1544"/>
            <ac:spMk id="15" creationId="{41C9B645-4043-07F1-5C49-2210513BB198}"/>
          </ac:spMkLst>
        </pc:spChg>
        <pc:grpChg chg="mod">
          <ac:chgData name="Li, Chengkai" userId="ea378c01-2e17-4950-9cf5-6f3f39109d66" providerId="ADAL" clId="{76F4CF54-C6A3-5919-AD9E-26D32F8B66A0}" dt="2026-10-09T01:10:42.431" v="45" actId="1076"/>
          <ac:grpSpMkLst>
            <pc:docMk/>
            <pc:sldMk cId="330161346" sldId="1544"/>
            <ac:grpSpMk id="3" creationId="{BE30680D-74C5-1FE0-AAA1-F2C0AFAB7437}"/>
          </ac:grpSpMkLst>
        </pc:grpChg>
        <pc:picChg chg="mod">
          <ac:chgData name="Li, Chengkai" userId="ea378c01-2e17-4950-9cf5-6f3f39109d66" providerId="ADAL" clId="{76F4CF54-C6A3-5919-AD9E-26D32F8B66A0}" dt="2026-10-09T01:07:57.932" v="6" actId="14100"/>
          <ac:picMkLst>
            <pc:docMk/>
            <pc:sldMk cId="330161346" sldId="1544"/>
            <ac:picMk id="7" creationId="{0FA59F44-1F6A-F13F-5F78-C9579672CF48}"/>
          </ac:picMkLst>
        </pc:picChg>
        <pc:picChg chg="mod">
          <ac:chgData name="Li, Chengkai" userId="ea378c01-2e17-4950-9cf5-6f3f39109d66" providerId="ADAL" clId="{76F4CF54-C6A3-5919-AD9E-26D32F8B66A0}" dt="2026-10-09T01:11:03.805" v="47" actId="1076"/>
          <ac:picMkLst>
            <pc:docMk/>
            <pc:sldMk cId="330161346" sldId="1544"/>
            <ac:picMk id="8" creationId="{9E64F8ED-E85A-E9BE-FAB2-010394BEB0AB}"/>
          </ac:picMkLst>
        </pc:picChg>
        <pc:picChg chg="mod">
          <ac:chgData name="Li, Chengkai" userId="ea378c01-2e17-4950-9cf5-6f3f39109d66" providerId="ADAL" clId="{76F4CF54-C6A3-5919-AD9E-26D32F8B66A0}" dt="2026-10-09T01:10:46.091" v="46" actId="1076"/>
          <ac:picMkLst>
            <pc:docMk/>
            <pc:sldMk cId="330161346" sldId="1544"/>
            <ac:picMk id="51" creationId="{4AF1664E-5076-16EA-D2E8-8ABEFF4A2441}"/>
          </ac:picMkLst>
        </pc:picChg>
      </pc:sldChg>
      <pc:sldMasterChg chg="modSp mod">
        <pc:chgData name="Li, Chengkai" userId="ea378c01-2e17-4950-9cf5-6f3f39109d66" providerId="ADAL" clId="{76F4CF54-C6A3-5919-AD9E-26D32F8B66A0}" dt="2026-10-09T01:05:48.927" v="5" actId="255"/>
        <pc:sldMasterMkLst>
          <pc:docMk/>
          <pc:sldMasterMk cId="1953545539" sldId="2147483648"/>
        </pc:sldMasterMkLst>
        <pc:spChg chg="mod">
          <ac:chgData name="Li, Chengkai" userId="ea378c01-2e17-4950-9cf5-6f3f39109d66" providerId="ADAL" clId="{76F4CF54-C6A3-5919-AD9E-26D32F8B66A0}" dt="2026-10-09T01:05:48.927" v="5" actId="255"/>
          <ac:spMkLst>
            <pc:docMk/>
            <pc:sldMasterMk cId="1953545539" sldId="2147483648"/>
            <ac:spMk id="6" creationId="{7AEA4046-A7B7-5DC5-4AFB-4A551599BEEB}"/>
          </ac:spMkLst>
        </pc:spChg>
      </pc:sldMasterChg>
    </pc:docChg>
  </pc:docChgLst>
  <pc:docChgLst>
    <pc:chgData name="Wang, Qing" userId="fab44759-c2b6-46c8-af9d-3a50976e6378" providerId="ADAL" clId="{72691606-6645-558F-9384-767C97C8F6E2}"/>
    <pc:docChg chg="undo custSel addSld delSld modSld sldOrd">
      <pc:chgData name="Wang, Qing" userId="fab44759-c2b6-46c8-af9d-3a50976e6378" providerId="ADAL" clId="{72691606-6645-558F-9384-767C97C8F6E2}" dt="2026-10-09T04:40:02.567" v="659"/>
      <pc:docMkLst>
        <pc:docMk/>
      </pc:docMkLst>
      <pc:sldChg chg="addSp delSp modSp mod modTransition modAnim modNotesTx">
        <pc:chgData name="Wang, Qing" userId="fab44759-c2b6-46c8-af9d-3a50976e6378" providerId="ADAL" clId="{72691606-6645-558F-9384-767C97C8F6E2}" dt="2026-10-09T03:42:28.226" v="572"/>
        <pc:sldMkLst>
          <pc:docMk/>
          <pc:sldMk cId="1393493840" sldId="257"/>
        </pc:sldMkLst>
        <pc:spChg chg="mod">
          <ac:chgData name="Wang, Qing" userId="fab44759-c2b6-46c8-af9d-3a50976e6378" providerId="ADAL" clId="{72691606-6645-558F-9384-767C97C8F6E2}" dt="2026-10-09T02:07:52.716" v="276"/>
          <ac:spMkLst>
            <pc:docMk/>
            <pc:sldMk cId="1393493840" sldId="257"/>
            <ac:spMk id="5" creationId="{FB481B42-2296-004B-59A9-5610CD7BFA8A}"/>
          </ac:spMkLst>
        </pc:spChg>
        <pc:spChg chg="mod">
          <ac:chgData name="Wang, Qing" userId="fab44759-c2b6-46c8-af9d-3a50976e6378" providerId="ADAL" clId="{72691606-6645-558F-9384-767C97C8F6E2}" dt="2026-10-09T02:43:11.808" v="444" actId="12"/>
          <ac:spMkLst>
            <pc:docMk/>
            <pc:sldMk cId="1393493840" sldId="257"/>
            <ac:spMk id="12" creationId="{EC2161FA-3977-533D-75E0-49070CBE239E}"/>
          </ac:spMkLst>
        </pc:spChg>
        <pc:picChg chg="add del mod">
          <ac:chgData name="Wang, Qing" userId="fab44759-c2b6-46c8-af9d-3a50976e6378" providerId="ADAL" clId="{72691606-6645-558F-9384-767C97C8F6E2}" dt="2026-10-08T22:25:37.872" v="2"/>
          <ac:picMkLst>
            <pc:docMk/>
            <pc:sldMk cId="1393493840" sldId="257"/>
            <ac:picMk id="16" creationId="{DB09DBEA-77C6-DD27-E284-09FA77031019}"/>
          </ac:picMkLst>
        </pc:picChg>
        <pc:picChg chg="add del mod">
          <ac:chgData name="Wang, Qing" userId="fab44759-c2b6-46c8-af9d-3a50976e6378" providerId="ADAL" clId="{72691606-6645-558F-9384-767C97C8F6E2}" dt="2026-10-08T22:39:19.092" v="7"/>
          <ac:picMkLst>
            <pc:docMk/>
            <pc:sldMk cId="1393493840" sldId="257"/>
            <ac:picMk id="20" creationId="{04A8D848-FD1E-4F56-B81A-2F79DCF81A11}"/>
          </ac:picMkLst>
        </pc:picChg>
        <pc:picChg chg="add del mod">
          <ac:chgData name="Wang, Qing" userId="fab44759-c2b6-46c8-af9d-3a50976e6378" providerId="ADAL" clId="{72691606-6645-558F-9384-767C97C8F6E2}" dt="2026-10-09T03:10:02.018" v="504"/>
          <ac:picMkLst>
            <pc:docMk/>
            <pc:sldMk cId="1393493840" sldId="257"/>
            <ac:picMk id="21" creationId="{A899379B-119E-EE51-6B8A-6D14EDCBEC90}"/>
          </ac:picMkLst>
        </pc:picChg>
        <pc:picChg chg="add del mod">
          <ac:chgData name="Wang, Qing" userId="fab44759-c2b6-46c8-af9d-3a50976e6378" providerId="ADAL" clId="{72691606-6645-558F-9384-767C97C8F6E2}" dt="2026-10-08T22:43:54.879" v="12"/>
          <ac:picMkLst>
            <pc:docMk/>
            <pc:sldMk cId="1393493840" sldId="257"/>
            <ac:picMk id="27" creationId="{46329A74-BAC8-5966-570F-F0E874CFC916}"/>
          </ac:picMkLst>
        </pc:picChg>
        <pc:picChg chg="add del mod">
          <ac:chgData name="Wang, Qing" userId="fab44759-c2b6-46c8-af9d-3a50976e6378" providerId="ADAL" clId="{72691606-6645-558F-9384-767C97C8F6E2}" dt="2026-10-09T03:10:55.817" v="510"/>
          <ac:picMkLst>
            <pc:docMk/>
            <pc:sldMk cId="1393493840" sldId="257"/>
            <ac:picMk id="29" creationId="{D14CF737-763F-FDCA-A4E7-B557DF4DAF6F}"/>
          </ac:picMkLst>
        </pc:picChg>
        <pc:picChg chg="add del mod">
          <ac:chgData name="Wang, Qing" userId="fab44759-c2b6-46c8-af9d-3a50976e6378" providerId="ADAL" clId="{72691606-6645-558F-9384-767C97C8F6E2}" dt="2026-10-09T03:11:47.257" v="512"/>
          <ac:picMkLst>
            <pc:docMk/>
            <pc:sldMk cId="1393493840" sldId="257"/>
            <ac:picMk id="33" creationId="{DBB0DDAF-353C-74E7-F581-2305E073BC47}"/>
          </ac:picMkLst>
        </pc:picChg>
        <pc:picChg chg="add del mod">
          <ac:chgData name="Wang, Qing" userId="fab44759-c2b6-46c8-af9d-3a50976e6378" providerId="ADAL" clId="{72691606-6645-558F-9384-767C97C8F6E2}" dt="2026-10-08T22:45:04.416" v="15"/>
          <ac:picMkLst>
            <pc:docMk/>
            <pc:sldMk cId="1393493840" sldId="257"/>
            <ac:picMk id="36" creationId="{9466FB9E-E98C-5DC8-4FB5-7378F5C1DE8E}"/>
          </ac:picMkLst>
        </pc:picChg>
        <pc:picChg chg="add del mod">
          <ac:chgData name="Wang, Qing" userId="fab44759-c2b6-46c8-af9d-3a50976e6378" providerId="ADAL" clId="{72691606-6645-558F-9384-767C97C8F6E2}" dt="2026-10-09T03:12:20.098" v="514"/>
          <ac:picMkLst>
            <pc:docMk/>
            <pc:sldMk cId="1393493840" sldId="257"/>
            <ac:picMk id="37" creationId="{E2976248-5640-5CEB-BEC4-67C631A400F5}"/>
          </ac:picMkLst>
        </pc:picChg>
        <pc:picChg chg="add del mod">
          <ac:chgData name="Wang, Qing" userId="fab44759-c2b6-46c8-af9d-3a50976e6378" providerId="ADAL" clId="{72691606-6645-558F-9384-767C97C8F6E2}" dt="2026-10-09T03:40:44.365" v="569"/>
          <ac:picMkLst>
            <pc:docMk/>
            <pc:sldMk cId="1393493840" sldId="257"/>
            <ac:picMk id="44" creationId="{C20509EF-D261-3FDD-95C2-2D8C977EDB00}"/>
          </ac:picMkLst>
        </pc:picChg>
        <pc:picChg chg="add del mod">
          <ac:chgData name="Wang, Qing" userId="fab44759-c2b6-46c8-af9d-3a50976e6378" providerId="ADAL" clId="{72691606-6645-558F-9384-767C97C8F6E2}" dt="2026-10-09T03:08:11.503" v="500"/>
          <ac:picMkLst>
            <pc:docMk/>
            <pc:sldMk cId="1393493840" sldId="257"/>
            <ac:picMk id="45" creationId="{48F6DD3E-79A4-8B05-4637-18E897373F7D}"/>
          </ac:picMkLst>
        </pc:picChg>
        <pc:picChg chg="add del mod">
          <ac:chgData name="Wang, Qing" userId="fab44759-c2b6-46c8-af9d-3a50976e6378" providerId="ADAL" clId="{72691606-6645-558F-9384-767C97C8F6E2}" dt="2026-10-09T03:41:38.021" v="571"/>
          <ac:picMkLst>
            <pc:docMk/>
            <pc:sldMk cId="1393493840" sldId="257"/>
            <ac:picMk id="55" creationId="{7710CDA5-4B5D-0053-0AF7-FD184697CDDE}"/>
          </ac:picMkLst>
        </pc:picChg>
        <pc:picChg chg="add mod">
          <ac:chgData name="Wang, Qing" userId="fab44759-c2b6-46c8-af9d-3a50976e6378" providerId="ADAL" clId="{72691606-6645-558F-9384-767C97C8F6E2}" dt="2026-10-09T03:42:28.226" v="572"/>
          <ac:picMkLst>
            <pc:docMk/>
            <pc:sldMk cId="1393493840" sldId="257"/>
            <ac:picMk id="60" creationId="{DACB97DE-8A46-57EB-6C3B-DF4623F86031}"/>
          </ac:picMkLst>
        </pc:picChg>
      </pc:sldChg>
      <pc:sldChg chg="addSp delSp modSp mod modTransition modAnim modNotesTx">
        <pc:chgData name="Wang, Qing" userId="fab44759-c2b6-46c8-af9d-3a50976e6378" providerId="ADAL" clId="{72691606-6645-558F-9384-767C97C8F6E2}" dt="2026-10-09T03:21:25.122" v="532"/>
        <pc:sldMkLst>
          <pc:docMk/>
          <pc:sldMk cId="625695286" sldId="259"/>
        </pc:sldMkLst>
        <pc:spChg chg="mod">
          <ac:chgData name="Wang, Qing" userId="fab44759-c2b6-46c8-af9d-3a50976e6378" providerId="ADAL" clId="{72691606-6645-558F-9384-767C97C8F6E2}" dt="2026-10-09T02:43:17.620" v="445" actId="12"/>
          <ac:spMkLst>
            <pc:docMk/>
            <pc:sldMk cId="625695286" sldId="259"/>
            <ac:spMk id="4" creationId="{465556CC-B08F-8E5F-7B98-A81841B14D18}"/>
          </ac:spMkLst>
        </pc:spChg>
        <pc:picChg chg="add del mod">
          <ac:chgData name="Wang, Qing" userId="fab44759-c2b6-46c8-af9d-3a50976e6378" providerId="ADAL" clId="{72691606-6645-558F-9384-767C97C8F6E2}" dt="2026-10-08T23:40:54.493" v="211"/>
          <ac:picMkLst>
            <pc:docMk/>
            <pc:sldMk cId="625695286" sldId="259"/>
            <ac:picMk id="39" creationId="{E3C1729B-E054-9B5F-2D54-30D425321E0F}"/>
          </ac:picMkLst>
        </pc:picChg>
        <pc:picChg chg="add del mod">
          <ac:chgData name="Wang, Qing" userId="fab44759-c2b6-46c8-af9d-3a50976e6378" providerId="ADAL" clId="{72691606-6645-558F-9384-767C97C8F6E2}" dt="2026-10-09T03:18:49.502" v="523"/>
          <ac:picMkLst>
            <pc:docMk/>
            <pc:sldMk cId="625695286" sldId="259"/>
            <ac:picMk id="82" creationId="{CA6E91B4-969A-7343-C953-30E359CBFDE5}"/>
          </ac:picMkLst>
        </pc:picChg>
        <pc:picChg chg="add del mod">
          <ac:chgData name="Wang, Qing" userId="fab44759-c2b6-46c8-af9d-3a50976e6378" providerId="ADAL" clId="{72691606-6645-558F-9384-767C97C8F6E2}" dt="2026-10-09T03:19:13.906" v="525"/>
          <ac:picMkLst>
            <pc:docMk/>
            <pc:sldMk cId="625695286" sldId="259"/>
            <ac:picMk id="88" creationId="{00AF822A-5CED-99C3-5EFD-E8BAA0B9F5A1}"/>
          </ac:picMkLst>
        </pc:picChg>
        <pc:picChg chg="add del mod">
          <ac:chgData name="Wang, Qing" userId="fab44759-c2b6-46c8-af9d-3a50976e6378" providerId="ADAL" clId="{72691606-6645-558F-9384-767C97C8F6E2}" dt="2026-10-08T23:41:04.383" v="213"/>
          <ac:picMkLst>
            <pc:docMk/>
            <pc:sldMk cId="625695286" sldId="259"/>
            <ac:picMk id="90" creationId="{89D205CA-228A-7802-A2B7-7AC84DCCF35C}"/>
          </ac:picMkLst>
        </pc:picChg>
        <pc:picChg chg="add del mod">
          <ac:chgData name="Wang, Qing" userId="fab44759-c2b6-46c8-af9d-3a50976e6378" providerId="ADAL" clId="{72691606-6645-558F-9384-767C97C8F6E2}" dt="2026-10-09T03:19:48.978" v="527"/>
          <ac:picMkLst>
            <pc:docMk/>
            <pc:sldMk cId="625695286" sldId="259"/>
            <ac:picMk id="92" creationId="{4D4A2215-74CA-ED0F-9123-45EAA0DCE977}"/>
          </ac:picMkLst>
        </pc:picChg>
        <pc:picChg chg="add del mod">
          <ac:chgData name="Wang, Qing" userId="fab44759-c2b6-46c8-af9d-3a50976e6378" providerId="ADAL" clId="{72691606-6645-558F-9384-767C97C8F6E2}" dt="2026-10-08T23:41:23.182" v="215"/>
          <ac:picMkLst>
            <pc:docMk/>
            <pc:sldMk cId="625695286" sldId="259"/>
            <ac:picMk id="94" creationId="{6288A049-D411-45B0-C8B2-DBC0A1CDAE0A}"/>
          </ac:picMkLst>
        </pc:picChg>
        <pc:picChg chg="add del mod">
          <ac:chgData name="Wang, Qing" userId="fab44759-c2b6-46c8-af9d-3a50976e6378" providerId="ADAL" clId="{72691606-6645-558F-9384-767C97C8F6E2}" dt="2026-10-09T03:20:16.374" v="529"/>
          <ac:picMkLst>
            <pc:docMk/>
            <pc:sldMk cId="625695286" sldId="259"/>
            <ac:picMk id="96" creationId="{57606909-304C-EA82-EAFF-A77F371DB010}"/>
          </ac:picMkLst>
        </pc:picChg>
        <pc:picChg chg="add del mod">
          <ac:chgData name="Wang, Qing" userId="fab44759-c2b6-46c8-af9d-3a50976e6378" providerId="ADAL" clId="{72691606-6645-558F-9384-767C97C8F6E2}" dt="2026-10-08T23:41:41.050" v="217"/>
          <ac:picMkLst>
            <pc:docMk/>
            <pc:sldMk cId="625695286" sldId="259"/>
            <ac:picMk id="98" creationId="{9358C49C-0CFC-318C-C141-B6142CAEA1B4}"/>
          </ac:picMkLst>
        </pc:picChg>
        <pc:picChg chg="add del mod">
          <ac:chgData name="Wang, Qing" userId="fab44759-c2b6-46c8-af9d-3a50976e6378" providerId="ADAL" clId="{72691606-6645-558F-9384-767C97C8F6E2}" dt="2026-10-09T03:20:32.169" v="531"/>
          <ac:picMkLst>
            <pc:docMk/>
            <pc:sldMk cId="625695286" sldId="259"/>
            <ac:picMk id="100" creationId="{A5C33761-07CF-8D34-A9E6-4992A42C780A}"/>
          </ac:picMkLst>
        </pc:picChg>
        <pc:picChg chg="add del mod">
          <ac:chgData name="Wang, Qing" userId="fab44759-c2b6-46c8-af9d-3a50976e6378" providerId="ADAL" clId="{72691606-6645-558F-9384-767C97C8F6E2}" dt="2026-10-08T23:42:02.129" v="219"/>
          <ac:picMkLst>
            <pc:docMk/>
            <pc:sldMk cId="625695286" sldId="259"/>
            <ac:picMk id="102" creationId="{ED2CF940-92C5-7B97-F650-CB7DBE9A0976}"/>
          </ac:picMkLst>
        </pc:picChg>
        <pc:picChg chg="add mod">
          <ac:chgData name="Wang, Qing" userId="fab44759-c2b6-46c8-af9d-3a50976e6378" providerId="ADAL" clId="{72691606-6645-558F-9384-767C97C8F6E2}" dt="2026-10-09T03:21:25.122" v="532"/>
          <ac:picMkLst>
            <pc:docMk/>
            <pc:sldMk cId="625695286" sldId="259"/>
            <ac:picMk id="104" creationId="{DD9A4DDC-05B5-F586-ADBE-81C093042982}"/>
          </ac:picMkLst>
        </pc:picChg>
        <pc:picChg chg="add del mod">
          <ac:chgData name="Wang, Qing" userId="fab44759-c2b6-46c8-af9d-3a50976e6378" providerId="ADAL" clId="{72691606-6645-558F-9384-767C97C8F6E2}" dt="2026-10-08T23:44:32.754" v="221"/>
          <ac:picMkLst>
            <pc:docMk/>
            <pc:sldMk cId="625695286" sldId="259"/>
            <ac:picMk id="106" creationId="{D1A9BCB4-5116-5058-E86E-CBEDC5FCA321}"/>
          </ac:picMkLst>
        </pc:picChg>
        <pc:picChg chg="add del mod">
          <ac:chgData name="Wang, Qing" userId="fab44759-c2b6-46c8-af9d-3a50976e6378" providerId="ADAL" clId="{72691606-6645-558F-9384-767C97C8F6E2}" dt="2026-10-08T23:44:49.096" v="223"/>
          <ac:picMkLst>
            <pc:docMk/>
            <pc:sldMk cId="625695286" sldId="259"/>
            <ac:picMk id="110" creationId="{3ED7597E-1F89-130A-FF2E-C901B75A4F69}"/>
          </ac:picMkLst>
        </pc:picChg>
        <pc:picChg chg="add del mod">
          <ac:chgData name="Wang, Qing" userId="fab44759-c2b6-46c8-af9d-3a50976e6378" providerId="ADAL" clId="{72691606-6645-558F-9384-767C97C8F6E2}" dt="2026-10-08T23:44:59.393" v="225"/>
          <ac:picMkLst>
            <pc:docMk/>
            <pc:sldMk cId="625695286" sldId="259"/>
            <ac:picMk id="114" creationId="{21BF2FCF-8661-08D4-D85A-DC2ABC1D8127}"/>
          </ac:picMkLst>
        </pc:picChg>
        <pc:picChg chg="add del mod">
          <ac:chgData name="Wang, Qing" userId="fab44759-c2b6-46c8-af9d-3a50976e6378" providerId="ADAL" clId="{72691606-6645-558F-9384-767C97C8F6E2}" dt="2026-10-08T23:45:07.462" v="227"/>
          <ac:picMkLst>
            <pc:docMk/>
            <pc:sldMk cId="625695286" sldId="259"/>
            <ac:picMk id="118" creationId="{8B6CC9A0-5C53-A864-9758-4F56B1EEE4EB}"/>
          </ac:picMkLst>
        </pc:picChg>
        <pc:picChg chg="add del mod">
          <ac:chgData name="Wang, Qing" userId="fab44759-c2b6-46c8-af9d-3a50976e6378" providerId="ADAL" clId="{72691606-6645-558F-9384-767C97C8F6E2}" dt="2026-10-08T23:45:14.533" v="229"/>
          <ac:picMkLst>
            <pc:docMk/>
            <pc:sldMk cId="625695286" sldId="259"/>
            <ac:picMk id="122" creationId="{E271459C-0D26-B208-1DFE-7FF32DA5EF16}"/>
          </ac:picMkLst>
        </pc:picChg>
        <pc:picChg chg="add del mod">
          <ac:chgData name="Wang, Qing" userId="fab44759-c2b6-46c8-af9d-3a50976e6378" providerId="ADAL" clId="{72691606-6645-558F-9384-767C97C8F6E2}" dt="2026-10-08T23:45:22.481" v="231"/>
          <ac:picMkLst>
            <pc:docMk/>
            <pc:sldMk cId="625695286" sldId="259"/>
            <ac:picMk id="126" creationId="{F025A819-6353-B800-5C1A-AE32FC156091}"/>
          </ac:picMkLst>
        </pc:picChg>
        <pc:picChg chg="add del mod">
          <ac:chgData name="Wang, Qing" userId="fab44759-c2b6-46c8-af9d-3a50976e6378" providerId="ADAL" clId="{72691606-6645-558F-9384-767C97C8F6E2}" dt="2026-10-08T23:45:30.449" v="233"/>
          <ac:picMkLst>
            <pc:docMk/>
            <pc:sldMk cId="625695286" sldId="259"/>
            <ac:picMk id="130" creationId="{ABF9C69D-8BDF-EC07-C336-F10AEEEFD7D0}"/>
          </ac:picMkLst>
        </pc:picChg>
        <pc:picChg chg="add del mod">
          <ac:chgData name="Wang, Qing" userId="fab44759-c2b6-46c8-af9d-3a50976e6378" providerId="ADAL" clId="{72691606-6645-558F-9384-767C97C8F6E2}" dt="2026-10-08T23:45:53.224" v="235"/>
          <ac:picMkLst>
            <pc:docMk/>
            <pc:sldMk cId="625695286" sldId="259"/>
            <ac:picMk id="134" creationId="{C26B5B7F-60F8-E0E3-97B2-640EFE40EBDE}"/>
          </ac:picMkLst>
        </pc:picChg>
        <pc:picChg chg="add del mod">
          <ac:chgData name="Wang, Qing" userId="fab44759-c2b6-46c8-af9d-3a50976e6378" providerId="ADAL" clId="{72691606-6645-558F-9384-767C97C8F6E2}" dt="2026-10-08T23:46:47.023" v="237"/>
          <ac:picMkLst>
            <pc:docMk/>
            <pc:sldMk cId="625695286" sldId="259"/>
            <ac:picMk id="138" creationId="{455E25C7-9EF9-6F20-D820-F1097C540D1E}"/>
          </ac:picMkLst>
        </pc:picChg>
        <pc:picChg chg="add del mod">
          <ac:chgData name="Wang, Qing" userId="fab44759-c2b6-46c8-af9d-3a50976e6378" providerId="ADAL" clId="{72691606-6645-558F-9384-767C97C8F6E2}" dt="2026-10-08T23:46:55.527" v="239"/>
          <ac:picMkLst>
            <pc:docMk/>
            <pc:sldMk cId="625695286" sldId="259"/>
            <ac:picMk id="142" creationId="{0ECBB579-4B19-CA9F-AF84-822681EEA61D}"/>
          </ac:picMkLst>
        </pc:picChg>
        <pc:picChg chg="add del mod">
          <ac:chgData name="Wang, Qing" userId="fab44759-c2b6-46c8-af9d-3a50976e6378" providerId="ADAL" clId="{72691606-6645-558F-9384-767C97C8F6E2}" dt="2026-10-09T03:16:43.349" v="521"/>
          <ac:picMkLst>
            <pc:docMk/>
            <pc:sldMk cId="625695286" sldId="259"/>
            <ac:picMk id="146" creationId="{3A33BCB5-5F92-F1CC-ABB8-E62B03B79BC3}"/>
          </ac:picMkLst>
        </pc:picChg>
      </pc:sldChg>
      <pc:sldChg chg="addSp delSp modSp mod ord modTransition modAnim modNotesTx">
        <pc:chgData name="Wang, Qing" userId="fab44759-c2b6-46c8-af9d-3a50976e6378" providerId="ADAL" clId="{72691606-6645-558F-9384-767C97C8F6E2}" dt="2026-10-09T03:22:39.520" v="534"/>
        <pc:sldMkLst>
          <pc:docMk/>
          <pc:sldMk cId="3619667189" sldId="260"/>
        </pc:sldMkLst>
        <pc:spChg chg="mod">
          <ac:chgData name="Wang, Qing" userId="fab44759-c2b6-46c8-af9d-3a50976e6378" providerId="ADAL" clId="{72691606-6645-558F-9384-767C97C8F6E2}" dt="2026-10-09T02:43:23.478" v="446" actId="12"/>
          <ac:spMkLst>
            <pc:docMk/>
            <pc:sldMk cId="3619667189" sldId="260"/>
            <ac:spMk id="4" creationId="{76F4272F-F770-6569-8CDE-6CCE6B2EBE56}"/>
          </ac:spMkLst>
        </pc:spChg>
        <pc:picChg chg="add del mod">
          <ac:chgData name="Wang, Qing" userId="fab44759-c2b6-46c8-af9d-3a50976e6378" providerId="ADAL" clId="{72691606-6645-558F-9384-767C97C8F6E2}" dt="2026-10-08T22:46:08.562" v="17"/>
          <ac:picMkLst>
            <pc:docMk/>
            <pc:sldMk cId="3619667189" sldId="260"/>
            <ac:picMk id="5" creationId="{6BC6A1C8-9669-92C5-1DE4-0E49D5F4AB5B}"/>
          </ac:picMkLst>
        </pc:picChg>
        <pc:picChg chg="add mod">
          <ac:chgData name="Wang, Qing" userId="fab44759-c2b6-46c8-af9d-3a50976e6378" providerId="ADAL" clId="{72691606-6645-558F-9384-767C97C8F6E2}" dt="2026-10-09T03:22:39.520" v="534"/>
          <ac:picMkLst>
            <pc:docMk/>
            <pc:sldMk cId="3619667189" sldId="260"/>
            <ac:picMk id="10" creationId="{E9F77C1F-79C9-FEC3-34C8-E0EA465F5C65}"/>
          </ac:picMkLst>
        </pc:picChg>
        <pc:picChg chg="add del mod">
          <ac:chgData name="Wang, Qing" userId="fab44759-c2b6-46c8-af9d-3a50976e6378" providerId="ADAL" clId="{72691606-6645-558F-9384-767C97C8F6E2}" dt="2026-10-08T22:47:12.105" v="19"/>
          <ac:picMkLst>
            <pc:docMk/>
            <pc:sldMk cId="3619667189" sldId="260"/>
            <ac:picMk id="11" creationId="{25C8417B-7772-81E9-5A71-DEC77545B417}"/>
          </ac:picMkLst>
        </pc:picChg>
        <pc:picChg chg="add del mod">
          <ac:chgData name="Wang, Qing" userId="fab44759-c2b6-46c8-af9d-3a50976e6378" providerId="ADAL" clId="{72691606-6645-558F-9384-767C97C8F6E2}" dt="2026-10-08T22:47:40.884" v="21"/>
          <ac:picMkLst>
            <pc:docMk/>
            <pc:sldMk cId="3619667189" sldId="260"/>
            <ac:picMk id="17" creationId="{BC6A7673-A623-64F6-4C06-A973E2720FAF}"/>
          </ac:picMkLst>
        </pc:picChg>
        <pc:picChg chg="add del mod">
          <ac:chgData name="Wang, Qing" userId="fab44759-c2b6-46c8-af9d-3a50976e6378" providerId="ADAL" clId="{72691606-6645-558F-9384-767C97C8F6E2}" dt="2026-10-08T22:48:29.857" v="23"/>
          <ac:picMkLst>
            <pc:docMk/>
            <pc:sldMk cId="3619667189" sldId="260"/>
            <ac:picMk id="21" creationId="{DDFD53AF-C13D-31EC-E82D-7DD1CEA9AB5E}"/>
          </ac:picMkLst>
        </pc:picChg>
        <pc:picChg chg="add del mod">
          <ac:chgData name="Wang, Qing" userId="fab44759-c2b6-46c8-af9d-3a50976e6378" providerId="ADAL" clId="{72691606-6645-558F-9384-767C97C8F6E2}" dt="2026-10-08T22:48:40.672" v="25"/>
          <ac:picMkLst>
            <pc:docMk/>
            <pc:sldMk cId="3619667189" sldId="260"/>
            <ac:picMk id="28" creationId="{986B6992-5534-566E-7A3D-E290A3B6C9D6}"/>
          </ac:picMkLst>
        </pc:picChg>
        <pc:picChg chg="add del mod">
          <ac:chgData name="Wang, Qing" userId="fab44759-c2b6-46c8-af9d-3a50976e6378" providerId="ADAL" clId="{72691606-6645-558F-9384-767C97C8F6E2}" dt="2026-10-08T22:48:53.934" v="27"/>
          <ac:picMkLst>
            <pc:docMk/>
            <pc:sldMk cId="3619667189" sldId="260"/>
            <ac:picMk id="32" creationId="{27FFF53F-C454-84DC-3EF7-CDA7235A6F31}"/>
          </ac:picMkLst>
        </pc:picChg>
        <pc:picChg chg="add del mod">
          <ac:chgData name="Wang, Qing" userId="fab44759-c2b6-46c8-af9d-3a50976e6378" providerId="ADAL" clId="{72691606-6645-558F-9384-767C97C8F6E2}" dt="2026-10-08T22:49:05.683" v="29"/>
          <ac:picMkLst>
            <pc:docMk/>
            <pc:sldMk cId="3619667189" sldId="260"/>
            <ac:picMk id="36" creationId="{447C3E89-AB83-6875-0EBB-66E0A90A0C67}"/>
          </ac:picMkLst>
        </pc:picChg>
        <pc:picChg chg="add del mod">
          <ac:chgData name="Wang, Qing" userId="fab44759-c2b6-46c8-af9d-3a50976e6378" providerId="ADAL" clId="{72691606-6645-558F-9384-767C97C8F6E2}" dt="2026-10-09T03:22:18.115" v="533"/>
          <ac:picMkLst>
            <pc:docMk/>
            <pc:sldMk cId="3619667189" sldId="260"/>
            <ac:picMk id="45" creationId="{7A19D2A2-46E2-ECAB-9D17-3191FDFDB5E9}"/>
          </ac:picMkLst>
        </pc:picChg>
      </pc:sldChg>
      <pc:sldChg chg="addSp delSp modSp mod modTransition modAnim modNotesTx">
        <pc:chgData name="Wang, Qing" userId="fab44759-c2b6-46c8-af9d-3a50976e6378" providerId="ADAL" clId="{72691606-6645-558F-9384-767C97C8F6E2}" dt="2026-10-09T03:25:53.143" v="550"/>
        <pc:sldMkLst>
          <pc:docMk/>
          <pc:sldMk cId="394831110" sldId="261"/>
        </pc:sldMkLst>
        <pc:spChg chg="mod">
          <ac:chgData name="Wang, Qing" userId="fab44759-c2b6-46c8-af9d-3a50976e6378" providerId="ADAL" clId="{72691606-6645-558F-9384-767C97C8F6E2}" dt="2026-10-09T02:43:29.853" v="447" actId="12"/>
          <ac:spMkLst>
            <pc:docMk/>
            <pc:sldMk cId="394831110" sldId="261"/>
            <ac:spMk id="42" creationId="{E4969668-DD9F-F8D6-DAF2-6E91904F0278}"/>
          </ac:spMkLst>
        </pc:spChg>
        <pc:picChg chg="add del mod">
          <ac:chgData name="Wang, Qing" userId="fab44759-c2b6-46c8-af9d-3a50976e6378" providerId="ADAL" clId="{72691606-6645-558F-9384-767C97C8F6E2}" dt="2026-10-08T22:50:30.057" v="37"/>
          <ac:picMkLst>
            <pc:docMk/>
            <pc:sldMk cId="394831110" sldId="261"/>
            <ac:picMk id="8" creationId="{45599C83-F393-6132-EDAC-B6E919FFCC81}"/>
          </ac:picMkLst>
        </pc:picChg>
        <pc:picChg chg="add del mod">
          <ac:chgData name="Wang, Qing" userId="fab44759-c2b6-46c8-af9d-3a50976e6378" providerId="ADAL" clId="{72691606-6645-558F-9384-767C97C8F6E2}" dt="2026-10-09T03:23:36.273" v="537"/>
          <ac:picMkLst>
            <pc:docMk/>
            <pc:sldMk cId="394831110" sldId="261"/>
            <ac:picMk id="10" creationId="{271A0E70-487C-E142-697A-380B326A48E8}"/>
          </ac:picMkLst>
        </pc:picChg>
        <pc:picChg chg="add del mod">
          <ac:chgData name="Wang, Qing" userId="fab44759-c2b6-46c8-af9d-3a50976e6378" providerId="ADAL" clId="{72691606-6645-558F-9384-767C97C8F6E2}" dt="2026-10-09T03:23:51.365" v="539"/>
          <ac:picMkLst>
            <pc:docMk/>
            <pc:sldMk cId="394831110" sldId="261"/>
            <ac:picMk id="16" creationId="{08C6A114-E5C4-90DD-69A6-2040CE1507A7}"/>
          </ac:picMkLst>
        </pc:picChg>
        <pc:picChg chg="add del mod">
          <ac:chgData name="Wang, Qing" userId="fab44759-c2b6-46c8-af9d-3a50976e6378" providerId="ADAL" clId="{72691606-6645-558F-9384-767C97C8F6E2}" dt="2026-10-08T22:51:44.470" v="39"/>
          <ac:picMkLst>
            <pc:docMk/>
            <pc:sldMk cId="394831110" sldId="261"/>
            <ac:picMk id="17" creationId="{91C04A5C-E20A-0221-C0E3-201AFC1D78CF}"/>
          </ac:picMkLst>
        </pc:picChg>
        <pc:picChg chg="add del mod">
          <ac:chgData name="Wang, Qing" userId="fab44759-c2b6-46c8-af9d-3a50976e6378" providerId="ADAL" clId="{72691606-6645-558F-9384-767C97C8F6E2}" dt="2026-10-09T03:24:09.968" v="541"/>
          <ac:picMkLst>
            <pc:docMk/>
            <pc:sldMk cId="394831110" sldId="261"/>
            <ac:picMk id="20" creationId="{245B8D92-FFD1-4458-62D7-C173AF2DC683}"/>
          </ac:picMkLst>
        </pc:picChg>
        <pc:picChg chg="add del mod">
          <ac:chgData name="Wang, Qing" userId="fab44759-c2b6-46c8-af9d-3a50976e6378" providerId="ADAL" clId="{72691606-6645-558F-9384-767C97C8F6E2}" dt="2026-10-08T22:51:57.455" v="41"/>
          <ac:picMkLst>
            <pc:docMk/>
            <pc:sldMk cId="394831110" sldId="261"/>
            <ac:picMk id="23" creationId="{3EDF4BEA-B0CB-D2AB-69EA-9211A66C916E}"/>
          </ac:picMkLst>
        </pc:picChg>
        <pc:picChg chg="add del mod">
          <ac:chgData name="Wang, Qing" userId="fab44759-c2b6-46c8-af9d-3a50976e6378" providerId="ADAL" clId="{72691606-6645-558F-9384-767C97C8F6E2}" dt="2026-10-09T03:24:47.585" v="543"/>
          <ac:picMkLst>
            <pc:docMk/>
            <pc:sldMk cId="394831110" sldId="261"/>
            <ac:picMk id="24" creationId="{5E984916-ED31-64E5-5A56-38A98FE41CF2}"/>
          </ac:picMkLst>
        </pc:picChg>
        <pc:picChg chg="add del mod">
          <ac:chgData name="Wang, Qing" userId="fab44759-c2b6-46c8-af9d-3a50976e6378" providerId="ADAL" clId="{72691606-6645-558F-9384-767C97C8F6E2}" dt="2026-10-08T22:52:30.015" v="43"/>
          <ac:picMkLst>
            <pc:docMk/>
            <pc:sldMk cId="394831110" sldId="261"/>
            <ac:picMk id="27" creationId="{3C9FD3CF-4AD7-4CBB-F2E0-F18F0BC8AD2C}"/>
          </ac:picMkLst>
        </pc:picChg>
        <pc:picChg chg="add mod">
          <ac:chgData name="Wang, Qing" userId="fab44759-c2b6-46c8-af9d-3a50976e6378" providerId="ADAL" clId="{72691606-6645-558F-9384-767C97C8F6E2}" dt="2026-10-09T03:25:53.143" v="550"/>
          <ac:picMkLst>
            <pc:docMk/>
            <pc:sldMk cId="394831110" sldId="261"/>
            <ac:picMk id="28" creationId="{BE691B22-95BD-DF4C-DF05-DE6FE1D3FBB8}"/>
          </ac:picMkLst>
        </pc:picChg>
        <pc:picChg chg="add del mod">
          <ac:chgData name="Wang, Qing" userId="fab44759-c2b6-46c8-af9d-3a50976e6378" providerId="ADAL" clId="{72691606-6645-558F-9384-767C97C8F6E2}" dt="2026-10-08T22:52:48.656" v="45"/>
          <ac:picMkLst>
            <pc:docMk/>
            <pc:sldMk cId="394831110" sldId="261"/>
            <ac:picMk id="31" creationId="{CD611DFC-FD24-7D73-3138-EBA1CAF34E92}"/>
          </ac:picMkLst>
        </pc:picChg>
        <pc:picChg chg="add del mod">
          <ac:chgData name="Wang, Qing" userId="fab44759-c2b6-46c8-af9d-3a50976e6378" providerId="ADAL" clId="{72691606-6645-558F-9384-767C97C8F6E2}" dt="2026-10-08T22:53:00.431" v="47"/>
          <ac:picMkLst>
            <pc:docMk/>
            <pc:sldMk cId="394831110" sldId="261"/>
            <ac:picMk id="35" creationId="{06CF03BA-6C04-BCEC-70F2-8C6870632AD2}"/>
          </ac:picMkLst>
        </pc:picChg>
        <pc:picChg chg="add del mod">
          <ac:chgData name="Wang, Qing" userId="fab44759-c2b6-46c8-af9d-3a50976e6378" providerId="ADAL" clId="{72691606-6645-558F-9384-767C97C8F6E2}" dt="2026-10-08T22:53:20.273" v="49"/>
          <ac:picMkLst>
            <pc:docMk/>
            <pc:sldMk cId="394831110" sldId="261"/>
            <ac:picMk id="39" creationId="{0D069BA9-8355-5F62-1BAA-2376C8E0CDA9}"/>
          </ac:picMkLst>
        </pc:picChg>
        <pc:picChg chg="add del mod">
          <ac:chgData name="Wang, Qing" userId="fab44759-c2b6-46c8-af9d-3a50976e6378" providerId="ADAL" clId="{72691606-6645-558F-9384-767C97C8F6E2}" dt="2026-10-08T23:10:51.528" v="104"/>
          <ac:picMkLst>
            <pc:docMk/>
            <pc:sldMk cId="394831110" sldId="261"/>
            <ac:picMk id="44" creationId="{767284CD-7A3F-3BFD-48CD-13160348532E}"/>
          </ac:picMkLst>
        </pc:picChg>
        <pc:picChg chg="add del mod">
          <ac:chgData name="Wang, Qing" userId="fab44759-c2b6-46c8-af9d-3a50976e6378" providerId="ADAL" clId="{72691606-6645-558F-9384-767C97C8F6E2}" dt="2026-10-09T03:23:19.876" v="535"/>
          <ac:picMkLst>
            <pc:docMk/>
            <pc:sldMk cId="394831110" sldId="261"/>
            <ac:picMk id="53" creationId="{706B9F07-F61F-C5ED-F08D-7C9A934E635D}"/>
          </ac:picMkLst>
        </pc:picChg>
      </pc:sldChg>
      <pc:sldChg chg="addSp delSp modSp modTransition modAnim modNotesTx">
        <pc:chgData name="Wang, Qing" userId="fab44759-c2b6-46c8-af9d-3a50976e6378" providerId="ADAL" clId="{72691606-6645-558F-9384-767C97C8F6E2}" dt="2026-10-09T03:31:43.214" v="560"/>
        <pc:sldMkLst>
          <pc:docMk/>
          <pc:sldMk cId="3764498640" sldId="263"/>
        </pc:sldMkLst>
        <pc:spChg chg="add mod">
          <ac:chgData name="Wang, Qing" userId="fab44759-c2b6-46c8-af9d-3a50976e6378" providerId="ADAL" clId="{72691606-6645-558F-9384-767C97C8F6E2}" dt="2026-10-09T02:23:10.648" v="295"/>
          <ac:spMkLst>
            <pc:docMk/>
            <pc:sldMk cId="3764498640" sldId="263"/>
            <ac:spMk id="9" creationId="{D2338B55-4520-93C0-568F-74E0F733E45F}"/>
          </ac:spMkLst>
        </pc:spChg>
        <pc:graphicFrameChg chg="add mod">
          <ac:chgData name="Wang, Qing" userId="fab44759-c2b6-46c8-af9d-3a50976e6378" providerId="ADAL" clId="{72691606-6645-558F-9384-767C97C8F6E2}" dt="2026-10-09T02:23:10.648" v="295"/>
          <ac:graphicFrameMkLst>
            <pc:docMk/>
            <pc:sldMk cId="3764498640" sldId="263"/>
            <ac:graphicFrameMk id="8" creationId="{61A4F37F-2EEA-4A48-28C0-ADC8C5476EE4}"/>
          </ac:graphicFrameMkLst>
        </pc:graphicFrameChg>
        <pc:picChg chg="add del mod">
          <ac:chgData name="Wang, Qing" userId="fab44759-c2b6-46c8-af9d-3a50976e6378" providerId="ADAL" clId="{72691606-6645-558F-9384-767C97C8F6E2}" dt="2026-10-08T22:55:33.231" v="51"/>
          <ac:picMkLst>
            <pc:docMk/>
            <pc:sldMk cId="3764498640" sldId="263"/>
            <ac:picMk id="9" creationId="{801960F5-F289-636F-E6D6-A59C043B2726}"/>
          </ac:picMkLst>
        </pc:picChg>
        <pc:picChg chg="add del mod">
          <ac:chgData name="Wang, Qing" userId="fab44759-c2b6-46c8-af9d-3a50976e6378" providerId="ADAL" clId="{72691606-6645-558F-9384-767C97C8F6E2}" dt="2026-10-09T03:26:56.366" v="553"/>
          <ac:picMkLst>
            <pc:docMk/>
            <pc:sldMk cId="3764498640" sldId="263"/>
            <ac:picMk id="16" creationId="{5D55427B-73E6-72A1-C903-B2EA119DE793}"/>
          </ac:picMkLst>
        </pc:picChg>
        <pc:picChg chg="add del mod">
          <ac:chgData name="Wang, Qing" userId="fab44759-c2b6-46c8-af9d-3a50976e6378" providerId="ADAL" clId="{72691606-6645-558F-9384-767C97C8F6E2}" dt="2026-10-08T22:56:19.344" v="53"/>
          <ac:picMkLst>
            <pc:docMk/>
            <pc:sldMk cId="3764498640" sldId="263"/>
            <ac:picMk id="18" creationId="{AC793F62-3295-ABBA-E00B-AEEE412D8ABE}"/>
          </ac:picMkLst>
        </pc:picChg>
        <pc:picChg chg="add del mod">
          <ac:chgData name="Wang, Qing" userId="fab44759-c2b6-46c8-af9d-3a50976e6378" providerId="ADAL" clId="{72691606-6645-558F-9384-767C97C8F6E2}" dt="2026-10-09T03:27:42.966" v="555"/>
          <ac:picMkLst>
            <pc:docMk/>
            <pc:sldMk cId="3764498640" sldId="263"/>
            <ac:picMk id="20" creationId="{25334D7E-C39E-632C-A0F7-CDFB6CE0DEDB}"/>
          </ac:picMkLst>
        </pc:picChg>
        <pc:picChg chg="add del mod">
          <ac:chgData name="Wang, Qing" userId="fab44759-c2b6-46c8-af9d-3a50976e6378" providerId="ADAL" clId="{72691606-6645-558F-9384-767C97C8F6E2}" dt="2026-10-08T22:56:42.699" v="55"/>
          <ac:picMkLst>
            <pc:docMk/>
            <pc:sldMk cId="3764498640" sldId="263"/>
            <ac:picMk id="22" creationId="{A61B95F9-B895-26C4-8F01-20DA14938BC5}"/>
          </ac:picMkLst>
        </pc:picChg>
        <pc:picChg chg="add del mod">
          <ac:chgData name="Wang, Qing" userId="fab44759-c2b6-46c8-af9d-3a50976e6378" providerId="ADAL" clId="{72691606-6645-558F-9384-767C97C8F6E2}" dt="2026-10-09T03:28:27.155" v="557"/>
          <ac:picMkLst>
            <pc:docMk/>
            <pc:sldMk cId="3764498640" sldId="263"/>
            <ac:picMk id="24" creationId="{05E259B6-A009-7A3E-3996-C4F445BAA7A8}"/>
          </ac:picMkLst>
        </pc:picChg>
        <pc:picChg chg="add del mod">
          <ac:chgData name="Wang, Qing" userId="fab44759-c2b6-46c8-af9d-3a50976e6378" providerId="ADAL" clId="{72691606-6645-558F-9384-767C97C8F6E2}" dt="2026-10-08T22:57:02.810" v="57"/>
          <ac:picMkLst>
            <pc:docMk/>
            <pc:sldMk cId="3764498640" sldId="263"/>
            <ac:picMk id="26" creationId="{03699EC2-8DE6-D801-7775-DEFAEAAEB881}"/>
          </ac:picMkLst>
        </pc:picChg>
        <pc:picChg chg="add del mod">
          <ac:chgData name="Wang, Qing" userId="fab44759-c2b6-46c8-af9d-3a50976e6378" providerId="ADAL" clId="{72691606-6645-558F-9384-767C97C8F6E2}" dt="2026-10-09T03:30:15.093" v="559"/>
          <ac:picMkLst>
            <pc:docMk/>
            <pc:sldMk cId="3764498640" sldId="263"/>
            <ac:picMk id="28" creationId="{E65D434A-4540-BF20-CAB0-146B3F9F242C}"/>
          </ac:picMkLst>
        </pc:picChg>
        <pc:picChg chg="add del mod">
          <ac:chgData name="Wang, Qing" userId="fab44759-c2b6-46c8-af9d-3a50976e6378" providerId="ADAL" clId="{72691606-6645-558F-9384-767C97C8F6E2}" dt="2026-10-08T22:57:48.151" v="59"/>
          <ac:picMkLst>
            <pc:docMk/>
            <pc:sldMk cId="3764498640" sldId="263"/>
            <ac:picMk id="30" creationId="{C6079163-F0F2-B6D6-A2D7-78FF86A241E4}"/>
          </ac:picMkLst>
        </pc:picChg>
        <pc:picChg chg="add mod">
          <ac:chgData name="Wang, Qing" userId="fab44759-c2b6-46c8-af9d-3a50976e6378" providerId="ADAL" clId="{72691606-6645-558F-9384-767C97C8F6E2}" dt="2026-10-09T03:31:43.214" v="560"/>
          <ac:picMkLst>
            <pc:docMk/>
            <pc:sldMk cId="3764498640" sldId="263"/>
            <ac:picMk id="34" creationId="{48B83189-C7C9-8DCB-BB5E-D5202E986275}"/>
          </ac:picMkLst>
        </pc:picChg>
        <pc:picChg chg="add del mod">
          <ac:chgData name="Wang, Qing" userId="fab44759-c2b6-46c8-af9d-3a50976e6378" providerId="ADAL" clId="{72691606-6645-558F-9384-767C97C8F6E2}" dt="2026-10-08T22:58:21.458" v="61"/>
          <ac:picMkLst>
            <pc:docMk/>
            <pc:sldMk cId="3764498640" sldId="263"/>
            <ac:picMk id="34" creationId="{812779FC-B073-CC3D-9EF8-1E1A5DAD5AD2}"/>
          </ac:picMkLst>
        </pc:picChg>
        <pc:picChg chg="add del mod">
          <ac:chgData name="Wang, Qing" userId="fab44759-c2b6-46c8-af9d-3a50976e6378" providerId="ADAL" clId="{72691606-6645-558F-9384-767C97C8F6E2}" dt="2026-10-08T22:58:29.773" v="63"/>
          <ac:picMkLst>
            <pc:docMk/>
            <pc:sldMk cId="3764498640" sldId="263"/>
            <ac:picMk id="38" creationId="{4E085813-03B1-E062-1E7F-B132D8A72F2E}"/>
          </ac:picMkLst>
        </pc:picChg>
        <pc:picChg chg="add del mod">
          <ac:chgData name="Wang, Qing" userId="fab44759-c2b6-46c8-af9d-3a50976e6378" providerId="ADAL" clId="{72691606-6645-558F-9384-767C97C8F6E2}" dt="2026-10-08T22:58:55.064" v="65"/>
          <ac:picMkLst>
            <pc:docMk/>
            <pc:sldMk cId="3764498640" sldId="263"/>
            <ac:picMk id="43" creationId="{CEF80CEC-BE1A-CEAB-01C5-14A6B3F89D0C}"/>
          </ac:picMkLst>
        </pc:picChg>
        <pc:picChg chg="add del mod">
          <ac:chgData name="Wang, Qing" userId="fab44759-c2b6-46c8-af9d-3a50976e6378" providerId="ADAL" clId="{72691606-6645-558F-9384-767C97C8F6E2}" dt="2026-10-08T23:00:39.915" v="74"/>
          <ac:picMkLst>
            <pc:docMk/>
            <pc:sldMk cId="3764498640" sldId="263"/>
            <ac:picMk id="47" creationId="{2870F4E3-A69B-F909-006C-66C9A36D5209}"/>
          </ac:picMkLst>
        </pc:picChg>
        <pc:picChg chg="add del mod">
          <ac:chgData name="Wang, Qing" userId="fab44759-c2b6-46c8-af9d-3a50976e6378" providerId="ADAL" clId="{72691606-6645-558F-9384-767C97C8F6E2}" dt="2026-10-08T23:01:05.851" v="76"/>
          <ac:picMkLst>
            <pc:docMk/>
            <pc:sldMk cId="3764498640" sldId="263"/>
            <ac:picMk id="52" creationId="{2F74E868-2207-E594-FD47-3325775311A7}"/>
          </ac:picMkLst>
        </pc:picChg>
        <pc:picChg chg="add del mod">
          <ac:chgData name="Wang, Qing" userId="fab44759-c2b6-46c8-af9d-3a50976e6378" providerId="ADAL" clId="{72691606-6645-558F-9384-767C97C8F6E2}" dt="2026-10-08T23:02:40.771" v="78"/>
          <ac:picMkLst>
            <pc:docMk/>
            <pc:sldMk cId="3764498640" sldId="263"/>
            <ac:picMk id="56" creationId="{8744EB4A-00CA-1A28-EEC6-06D8F4CE809C}"/>
          </ac:picMkLst>
        </pc:picChg>
        <pc:picChg chg="add del mod">
          <ac:chgData name="Wang, Qing" userId="fab44759-c2b6-46c8-af9d-3a50976e6378" providerId="ADAL" clId="{72691606-6645-558F-9384-767C97C8F6E2}" dt="2026-10-08T23:03:10.996" v="80"/>
          <ac:picMkLst>
            <pc:docMk/>
            <pc:sldMk cId="3764498640" sldId="263"/>
            <ac:picMk id="60" creationId="{2C4B3C1D-A9B0-3784-177F-BF558809FBEA}"/>
          </ac:picMkLst>
        </pc:picChg>
        <pc:picChg chg="add del mod">
          <ac:chgData name="Wang, Qing" userId="fab44759-c2b6-46c8-af9d-3a50976e6378" providerId="ADAL" clId="{72691606-6645-558F-9384-767C97C8F6E2}" dt="2026-10-08T23:03:37.394" v="82"/>
          <ac:picMkLst>
            <pc:docMk/>
            <pc:sldMk cId="3764498640" sldId="263"/>
            <ac:picMk id="64" creationId="{2B053FB9-C555-2A06-72EF-F218F97AF215}"/>
          </ac:picMkLst>
        </pc:picChg>
        <pc:picChg chg="add del mod">
          <ac:chgData name="Wang, Qing" userId="fab44759-c2b6-46c8-af9d-3a50976e6378" providerId="ADAL" clId="{72691606-6645-558F-9384-767C97C8F6E2}" dt="2026-10-08T23:03:51.322" v="84"/>
          <ac:picMkLst>
            <pc:docMk/>
            <pc:sldMk cId="3764498640" sldId="263"/>
            <ac:picMk id="68" creationId="{0D8DEADE-F370-95B0-19DE-9F223F7389CE}"/>
          </ac:picMkLst>
        </pc:picChg>
        <pc:picChg chg="add del mod">
          <ac:chgData name="Wang, Qing" userId="fab44759-c2b6-46c8-af9d-3a50976e6378" providerId="ADAL" clId="{72691606-6645-558F-9384-767C97C8F6E2}" dt="2026-10-08T23:04:14.752" v="86"/>
          <ac:picMkLst>
            <pc:docMk/>
            <pc:sldMk cId="3764498640" sldId="263"/>
            <ac:picMk id="72" creationId="{1E7700D7-087F-A3F2-5674-E84BC67AF8D6}"/>
          </ac:picMkLst>
        </pc:picChg>
        <pc:picChg chg="add del mod">
          <ac:chgData name="Wang, Qing" userId="fab44759-c2b6-46c8-af9d-3a50976e6378" providerId="ADAL" clId="{72691606-6645-558F-9384-767C97C8F6E2}" dt="2026-10-08T23:05:09.495" v="88"/>
          <ac:picMkLst>
            <pc:docMk/>
            <pc:sldMk cId="3764498640" sldId="263"/>
            <ac:picMk id="78" creationId="{F851DFC9-B272-EE79-BDE8-97BFB3965FE7}"/>
          </ac:picMkLst>
        </pc:picChg>
        <pc:picChg chg="add del mod">
          <ac:chgData name="Wang, Qing" userId="fab44759-c2b6-46c8-af9d-3a50976e6378" providerId="ADAL" clId="{72691606-6645-558F-9384-767C97C8F6E2}" dt="2026-10-08T23:05:50.622" v="90"/>
          <ac:picMkLst>
            <pc:docMk/>
            <pc:sldMk cId="3764498640" sldId="263"/>
            <ac:picMk id="82" creationId="{C5925AED-6728-9490-8AF3-77BF2FAAF60D}"/>
          </ac:picMkLst>
        </pc:picChg>
        <pc:picChg chg="add del mod">
          <ac:chgData name="Wang, Qing" userId="fab44759-c2b6-46c8-af9d-3a50976e6378" providerId="ADAL" clId="{72691606-6645-558F-9384-767C97C8F6E2}" dt="2026-10-08T23:06:06.463" v="92"/>
          <ac:picMkLst>
            <pc:docMk/>
            <pc:sldMk cId="3764498640" sldId="263"/>
            <ac:picMk id="86" creationId="{16FE5537-85ED-0D04-CA88-2DEF90356AA5}"/>
          </ac:picMkLst>
        </pc:picChg>
        <pc:picChg chg="add del mod">
          <ac:chgData name="Wang, Qing" userId="fab44759-c2b6-46c8-af9d-3a50976e6378" providerId="ADAL" clId="{72691606-6645-558F-9384-767C97C8F6E2}" dt="2026-10-08T23:06:28.477" v="94"/>
          <ac:picMkLst>
            <pc:docMk/>
            <pc:sldMk cId="3764498640" sldId="263"/>
            <ac:picMk id="90" creationId="{B2CCFFB3-4063-DB00-3B3B-4B7EFE18E6FB}"/>
          </ac:picMkLst>
        </pc:picChg>
        <pc:picChg chg="add del mod">
          <ac:chgData name="Wang, Qing" userId="fab44759-c2b6-46c8-af9d-3a50976e6378" providerId="ADAL" clId="{72691606-6645-558F-9384-767C97C8F6E2}" dt="2026-10-08T23:07:25.122" v="99"/>
          <ac:picMkLst>
            <pc:docMk/>
            <pc:sldMk cId="3764498640" sldId="263"/>
            <ac:picMk id="94" creationId="{A755DEDB-A661-322F-AD56-EF9FCBB0026E}"/>
          </ac:picMkLst>
        </pc:picChg>
        <pc:picChg chg="add del mod">
          <ac:chgData name="Wang, Qing" userId="fab44759-c2b6-46c8-af9d-3a50976e6378" providerId="ADAL" clId="{72691606-6645-558F-9384-767C97C8F6E2}" dt="2026-10-08T23:07:34.607" v="101"/>
          <ac:picMkLst>
            <pc:docMk/>
            <pc:sldMk cId="3764498640" sldId="263"/>
            <ac:picMk id="98" creationId="{5298671E-A4FC-6372-E249-B9BAF69849DC}"/>
          </ac:picMkLst>
        </pc:picChg>
        <pc:picChg chg="add del mod">
          <ac:chgData name="Wang, Qing" userId="fab44759-c2b6-46c8-af9d-3a50976e6378" providerId="ADAL" clId="{72691606-6645-558F-9384-767C97C8F6E2}" dt="2026-10-08T23:10:15.616" v="103"/>
          <ac:picMkLst>
            <pc:docMk/>
            <pc:sldMk cId="3764498640" sldId="263"/>
            <ac:picMk id="102" creationId="{3B347C4A-13EC-B998-0EC4-AB53C587EC61}"/>
          </ac:picMkLst>
        </pc:picChg>
        <pc:picChg chg="add del mod">
          <ac:chgData name="Wang, Qing" userId="fab44759-c2b6-46c8-af9d-3a50976e6378" providerId="ADAL" clId="{72691606-6645-558F-9384-767C97C8F6E2}" dt="2026-10-09T03:26:38.379" v="551"/>
          <ac:picMkLst>
            <pc:docMk/>
            <pc:sldMk cId="3764498640" sldId="263"/>
            <ac:picMk id="108" creationId="{C6FA3E4E-04FD-9EE3-24DB-D4E11B1D62A0}"/>
          </ac:picMkLst>
        </pc:picChg>
      </pc:sldChg>
      <pc:sldChg chg="addSp delSp modSp modTransition modAnim modNotesTx">
        <pc:chgData name="Wang, Qing" userId="fab44759-c2b6-46c8-af9d-3a50976e6378" providerId="ADAL" clId="{72691606-6645-558F-9384-767C97C8F6E2}" dt="2026-10-09T04:40:02.567" v="659"/>
        <pc:sldMkLst>
          <pc:docMk/>
          <pc:sldMk cId="1450025226" sldId="264"/>
        </pc:sldMkLst>
        <pc:picChg chg="add del mod">
          <ac:chgData name="Wang, Qing" userId="fab44759-c2b6-46c8-af9d-3a50976e6378" providerId="ADAL" clId="{72691606-6645-558F-9384-767C97C8F6E2}" dt="2026-10-08T23:51:49.342" v="242"/>
          <ac:picMkLst>
            <pc:docMk/>
            <pc:sldMk cId="1450025226" sldId="264"/>
            <ac:picMk id="10" creationId="{8B58987A-842E-2F48-4D2F-797653998C4E}"/>
          </ac:picMkLst>
        </pc:picChg>
        <pc:picChg chg="add del mod">
          <ac:chgData name="Wang, Qing" userId="fab44759-c2b6-46c8-af9d-3a50976e6378" providerId="ADAL" clId="{72691606-6645-558F-9384-767C97C8F6E2}" dt="2026-10-09T04:14:47.932" v="609"/>
          <ac:picMkLst>
            <pc:docMk/>
            <pc:sldMk cId="1450025226" sldId="264"/>
            <ac:picMk id="22" creationId="{B3604515-432E-DD66-5A70-C26DA2238509}"/>
          </ac:picMkLst>
        </pc:picChg>
        <pc:picChg chg="add del mod">
          <ac:chgData name="Wang, Qing" userId="fab44759-c2b6-46c8-af9d-3a50976e6378" providerId="ADAL" clId="{72691606-6645-558F-9384-767C97C8F6E2}" dt="2026-10-09T04:15:14.617" v="611"/>
          <ac:picMkLst>
            <pc:docMk/>
            <pc:sldMk cId="1450025226" sldId="264"/>
            <ac:picMk id="28" creationId="{698478D0-C7AC-EA48-52BE-D215569DAD70}"/>
          </ac:picMkLst>
        </pc:picChg>
        <pc:picChg chg="add del mod">
          <ac:chgData name="Wang, Qing" userId="fab44759-c2b6-46c8-af9d-3a50976e6378" providerId="ADAL" clId="{72691606-6645-558F-9384-767C97C8F6E2}" dt="2026-10-09T04:16:27.629" v="613"/>
          <ac:picMkLst>
            <pc:docMk/>
            <pc:sldMk cId="1450025226" sldId="264"/>
            <ac:picMk id="32" creationId="{9021A5F0-FA41-7A76-99CA-D57B3252BB9F}"/>
          </ac:picMkLst>
        </pc:picChg>
        <pc:picChg chg="add del mod">
          <ac:chgData name="Wang, Qing" userId="fab44759-c2b6-46c8-af9d-3a50976e6378" providerId="ADAL" clId="{72691606-6645-558F-9384-767C97C8F6E2}" dt="2026-10-08T23:52:19.392" v="244"/>
          <ac:picMkLst>
            <pc:docMk/>
            <pc:sldMk cId="1450025226" sldId="264"/>
            <ac:picMk id="33" creationId="{5716B843-14ED-D7D3-B140-6FC427349AF3}"/>
          </ac:picMkLst>
        </pc:picChg>
        <pc:picChg chg="add del mod">
          <ac:chgData name="Wang, Qing" userId="fab44759-c2b6-46c8-af9d-3a50976e6378" providerId="ADAL" clId="{72691606-6645-558F-9384-767C97C8F6E2}" dt="2026-10-09T04:16:55.996" v="615"/>
          <ac:picMkLst>
            <pc:docMk/>
            <pc:sldMk cId="1450025226" sldId="264"/>
            <ac:picMk id="36" creationId="{1AF8C129-060A-1EB9-C875-9449BD98FA6F}"/>
          </ac:picMkLst>
        </pc:picChg>
        <pc:picChg chg="add del mod">
          <ac:chgData name="Wang, Qing" userId="fab44759-c2b6-46c8-af9d-3a50976e6378" providerId="ADAL" clId="{72691606-6645-558F-9384-767C97C8F6E2}" dt="2026-10-08T23:52:52.695" v="246"/>
          <ac:picMkLst>
            <pc:docMk/>
            <pc:sldMk cId="1450025226" sldId="264"/>
            <ac:picMk id="39" creationId="{2388171C-3771-9B04-0178-1A34FE620671}"/>
          </ac:picMkLst>
        </pc:picChg>
        <pc:picChg chg="add del mod">
          <ac:chgData name="Wang, Qing" userId="fab44759-c2b6-46c8-af9d-3a50976e6378" providerId="ADAL" clId="{72691606-6645-558F-9384-767C97C8F6E2}" dt="2026-10-09T04:18:52.440" v="618"/>
          <ac:picMkLst>
            <pc:docMk/>
            <pc:sldMk cId="1450025226" sldId="264"/>
            <ac:picMk id="43" creationId="{4BAA466E-B260-2FD8-8960-20DF2D32A325}"/>
          </ac:picMkLst>
        </pc:picChg>
        <pc:picChg chg="add del mod">
          <ac:chgData name="Wang, Qing" userId="fab44759-c2b6-46c8-af9d-3a50976e6378" providerId="ADAL" clId="{72691606-6645-558F-9384-767C97C8F6E2}" dt="2026-10-08T23:53:04.390" v="248"/>
          <ac:picMkLst>
            <pc:docMk/>
            <pc:sldMk cId="1450025226" sldId="264"/>
            <ac:picMk id="44" creationId="{10C213F7-AD1B-DDD1-4FCC-3DB9A3E20125}"/>
          </ac:picMkLst>
        </pc:picChg>
        <pc:picChg chg="add del mod">
          <ac:chgData name="Wang, Qing" userId="fab44759-c2b6-46c8-af9d-3a50976e6378" providerId="ADAL" clId="{72691606-6645-558F-9384-767C97C8F6E2}" dt="2026-10-09T04:19:55.198" v="620"/>
          <ac:picMkLst>
            <pc:docMk/>
            <pc:sldMk cId="1450025226" sldId="264"/>
            <ac:picMk id="47" creationId="{FEA64248-44AD-60D0-805F-D8D24D06CBA0}"/>
          </ac:picMkLst>
        </pc:picChg>
        <pc:picChg chg="add del mod">
          <ac:chgData name="Wang, Qing" userId="fab44759-c2b6-46c8-af9d-3a50976e6378" providerId="ADAL" clId="{72691606-6645-558F-9384-767C97C8F6E2}" dt="2026-10-08T23:53:59.935" v="250"/>
          <ac:picMkLst>
            <pc:docMk/>
            <pc:sldMk cId="1450025226" sldId="264"/>
            <ac:picMk id="48" creationId="{733B440E-420A-6FBB-EDCE-9978457F0E0F}"/>
          </ac:picMkLst>
        </pc:picChg>
        <pc:picChg chg="add del mod">
          <ac:chgData name="Wang, Qing" userId="fab44759-c2b6-46c8-af9d-3a50976e6378" providerId="ADAL" clId="{72691606-6645-558F-9384-767C97C8F6E2}" dt="2026-10-09T04:21:39.718" v="622"/>
          <ac:picMkLst>
            <pc:docMk/>
            <pc:sldMk cId="1450025226" sldId="264"/>
            <ac:picMk id="52" creationId="{1B066DA9-6220-50D8-DFAE-9E7151B53918}"/>
          </ac:picMkLst>
        </pc:picChg>
        <pc:picChg chg="add del mod">
          <ac:chgData name="Wang, Qing" userId="fab44759-c2b6-46c8-af9d-3a50976e6378" providerId="ADAL" clId="{72691606-6645-558F-9384-767C97C8F6E2}" dt="2026-10-08T23:54:58.408" v="252"/>
          <ac:picMkLst>
            <pc:docMk/>
            <pc:sldMk cId="1450025226" sldId="264"/>
            <ac:picMk id="53" creationId="{EA1F4670-DE5B-869A-6C96-7C24D8623A07}"/>
          </ac:picMkLst>
        </pc:picChg>
        <pc:picChg chg="add del mod">
          <ac:chgData name="Wang, Qing" userId="fab44759-c2b6-46c8-af9d-3a50976e6378" providerId="ADAL" clId="{72691606-6645-558F-9384-767C97C8F6E2}" dt="2026-10-09T04:23:01.707" v="625"/>
          <ac:picMkLst>
            <pc:docMk/>
            <pc:sldMk cId="1450025226" sldId="264"/>
            <ac:picMk id="56" creationId="{AF903791-5E35-0C23-5525-1947F7223BAD}"/>
          </ac:picMkLst>
        </pc:picChg>
        <pc:picChg chg="add del mod">
          <ac:chgData name="Wang, Qing" userId="fab44759-c2b6-46c8-af9d-3a50976e6378" providerId="ADAL" clId="{72691606-6645-558F-9384-767C97C8F6E2}" dt="2026-10-08T23:55:31.573" v="254"/>
          <ac:picMkLst>
            <pc:docMk/>
            <pc:sldMk cId="1450025226" sldId="264"/>
            <ac:picMk id="57" creationId="{1109D5F7-92C6-4EF2-7D57-81D6D4C13DC4}"/>
          </ac:picMkLst>
        </pc:picChg>
        <pc:picChg chg="add del mod">
          <ac:chgData name="Wang, Qing" userId="fab44759-c2b6-46c8-af9d-3a50976e6378" providerId="ADAL" clId="{72691606-6645-558F-9384-767C97C8F6E2}" dt="2026-10-09T04:24:06.210" v="627"/>
          <ac:picMkLst>
            <pc:docMk/>
            <pc:sldMk cId="1450025226" sldId="264"/>
            <ac:picMk id="60" creationId="{7D48C7BC-3192-BB6B-F414-63B9F77AFAB2}"/>
          </ac:picMkLst>
        </pc:picChg>
        <pc:picChg chg="add del mod">
          <ac:chgData name="Wang, Qing" userId="fab44759-c2b6-46c8-af9d-3a50976e6378" providerId="ADAL" clId="{72691606-6645-558F-9384-767C97C8F6E2}" dt="2026-10-09T04:13:38.485" v="607"/>
          <ac:picMkLst>
            <pc:docMk/>
            <pc:sldMk cId="1450025226" sldId="264"/>
            <ac:picMk id="61" creationId="{A60D2C9E-2620-A608-5F1F-BCAA61C56BD4}"/>
          </ac:picMkLst>
        </pc:picChg>
        <pc:picChg chg="add del mod">
          <ac:chgData name="Wang, Qing" userId="fab44759-c2b6-46c8-af9d-3a50976e6378" providerId="ADAL" clId="{72691606-6645-558F-9384-767C97C8F6E2}" dt="2026-10-09T04:26:52.331" v="629"/>
          <ac:picMkLst>
            <pc:docMk/>
            <pc:sldMk cId="1450025226" sldId="264"/>
            <ac:picMk id="65" creationId="{B861C3B0-3D4F-D267-F9A2-2E5E7E71983E}"/>
          </ac:picMkLst>
        </pc:picChg>
        <pc:picChg chg="add del mod">
          <ac:chgData name="Wang, Qing" userId="fab44759-c2b6-46c8-af9d-3a50976e6378" providerId="ADAL" clId="{72691606-6645-558F-9384-767C97C8F6E2}" dt="2026-10-09T04:27:01.245" v="631"/>
          <ac:picMkLst>
            <pc:docMk/>
            <pc:sldMk cId="1450025226" sldId="264"/>
            <ac:picMk id="73" creationId="{37436CC4-940C-1BD0-22BE-B23DF5F7A87D}"/>
          </ac:picMkLst>
        </pc:picChg>
        <pc:picChg chg="add del mod">
          <ac:chgData name="Wang, Qing" userId="fab44759-c2b6-46c8-af9d-3a50976e6378" providerId="ADAL" clId="{72691606-6645-558F-9384-767C97C8F6E2}" dt="2026-10-09T04:27:53.049" v="633"/>
          <ac:picMkLst>
            <pc:docMk/>
            <pc:sldMk cId="1450025226" sldId="264"/>
            <ac:picMk id="77" creationId="{B78F1A86-5FA2-5969-079F-704CC176BE7A}"/>
          </ac:picMkLst>
        </pc:picChg>
        <pc:picChg chg="add del mod">
          <ac:chgData name="Wang, Qing" userId="fab44759-c2b6-46c8-af9d-3a50976e6378" providerId="ADAL" clId="{72691606-6645-558F-9384-767C97C8F6E2}" dt="2026-10-09T04:29:03.204" v="635"/>
          <ac:picMkLst>
            <pc:docMk/>
            <pc:sldMk cId="1450025226" sldId="264"/>
            <ac:picMk id="81" creationId="{F0227970-8364-292E-0AEB-2B54FC9FDC06}"/>
          </ac:picMkLst>
        </pc:picChg>
        <pc:picChg chg="add del mod">
          <ac:chgData name="Wang, Qing" userId="fab44759-c2b6-46c8-af9d-3a50976e6378" providerId="ADAL" clId="{72691606-6645-558F-9384-767C97C8F6E2}" dt="2026-10-09T04:29:18.210" v="637"/>
          <ac:picMkLst>
            <pc:docMk/>
            <pc:sldMk cId="1450025226" sldId="264"/>
            <ac:picMk id="85" creationId="{CAD15CDF-630A-F924-29CF-4CF398E2188E}"/>
          </ac:picMkLst>
        </pc:picChg>
        <pc:picChg chg="add del mod">
          <ac:chgData name="Wang, Qing" userId="fab44759-c2b6-46c8-af9d-3a50976e6378" providerId="ADAL" clId="{72691606-6645-558F-9384-767C97C8F6E2}" dt="2026-10-09T04:29:51.743" v="639"/>
          <ac:picMkLst>
            <pc:docMk/>
            <pc:sldMk cId="1450025226" sldId="264"/>
            <ac:picMk id="89" creationId="{9F8DD33E-0CE1-2662-144B-A6A953DBFE15}"/>
          </ac:picMkLst>
        </pc:picChg>
        <pc:picChg chg="add del mod">
          <ac:chgData name="Wang, Qing" userId="fab44759-c2b6-46c8-af9d-3a50976e6378" providerId="ADAL" clId="{72691606-6645-558F-9384-767C97C8F6E2}" dt="2026-10-09T04:31:41.767" v="641"/>
          <ac:picMkLst>
            <pc:docMk/>
            <pc:sldMk cId="1450025226" sldId="264"/>
            <ac:picMk id="93" creationId="{E2B25CF5-0547-B84B-C942-4D5B202801E0}"/>
          </ac:picMkLst>
        </pc:picChg>
        <pc:picChg chg="add del mod">
          <ac:chgData name="Wang, Qing" userId="fab44759-c2b6-46c8-af9d-3a50976e6378" providerId="ADAL" clId="{72691606-6645-558F-9384-767C97C8F6E2}" dt="2026-10-09T04:33:27.130" v="644"/>
          <ac:picMkLst>
            <pc:docMk/>
            <pc:sldMk cId="1450025226" sldId="264"/>
            <ac:picMk id="99" creationId="{C0804811-E2D1-86D3-457C-9ED2EB0A2A1C}"/>
          </ac:picMkLst>
        </pc:picChg>
        <pc:picChg chg="add del mod">
          <ac:chgData name="Wang, Qing" userId="fab44759-c2b6-46c8-af9d-3a50976e6378" providerId="ADAL" clId="{72691606-6645-558F-9384-767C97C8F6E2}" dt="2026-10-09T04:34:30.388" v="646"/>
          <ac:picMkLst>
            <pc:docMk/>
            <pc:sldMk cId="1450025226" sldId="264"/>
            <ac:picMk id="105" creationId="{A910A9A8-86AE-7A97-028D-D8CE1BEAC13C}"/>
          </ac:picMkLst>
        </pc:picChg>
        <pc:picChg chg="add del mod">
          <ac:chgData name="Wang, Qing" userId="fab44759-c2b6-46c8-af9d-3a50976e6378" providerId="ADAL" clId="{72691606-6645-558F-9384-767C97C8F6E2}" dt="2026-10-09T04:34:45.415" v="648"/>
          <ac:picMkLst>
            <pc:docMk/>
            <pc:sldMk cId="1450025226" sldId="264"/>
            <ac:picMk id="109" creationId="{D5000160-09C4-9DCB-629D-703350F532F7}"/>
          </ac:picMkLst>
        </pc:picChg>
        <pc:picChg chg="add del mod">
          <ac:chgData name="Wang, Qing" userId="fab44759-c2b6-46c8-af9d-3a50976e6378" providerId="ADAL" clId="{72691606-6645-558F-9384-767C97C8F6E2}" dt="2026-10-09T04:35:15.421" v="650"/>
          <ac:picMkLst>
            <pc:docMk/>
            <pc:sldMk cId="1450025226" sldId="264"/>
            <ac:picMk id="113" creationId="{E75DBFE0-5E2B-1629-1081-B1383443FC7B}"/>
          </ac:picMkLst>
        </pc:picChg>
        <pc:picChg chg="add del mod">
          <ac:chgData name="Wang, Qing" userId="fab44759-c2b6-46c8-af9d-3a50976e6378" providerId="ADAL" clId="{72691606-6645-558F-9384-767C97C8F6E2}" dt="2026-10-09T04:35:43.977" v="652"/>
          <ac:picMkLst>
            <pc:docMk/>
            <pc:sldMk cId="1450025226" sldId="264"/>
            <ac:picMk id="117" creationId="{8B179530-B28F-12A3-1445-26B9ED5763BB}"/>
          </ac:picMkLst>
        </pc:picChg>
        <pc:picChg chg="add del mod">
          <ac:chgData name="Wang, Qing" userId="fab44759-c2b6-46c8-af9d-3a50976e6378" providerId="ADAL" clId="{72691606-6645-558F-9384-767C97C8F6E2}" dt="2026-10-09T04:36:57.631" v="654"/>
          <ac:picMkLst>
            <pc:docMk/>
            <pc:sldMk cId="1450025226" sldId="264"/>
            <ac:picMk id="121" creationId="{AAD69270-FF9B-EB1F-468A-1EC3B1F078C3}"/>
          </ac:picMkLst>
        </pc:picChg>
        <pc:picChg chg="add del mod">
          <ac:chgData name="Wang, Qing" userId="fab44759-c2b6-46c8-af9d-3a50976e6378" providerId="ADAL" clId="{72691606-6645-558F-9384-767C97C8F6E2}" dt="2026-10-09T04:37:28.362" v="656"/>
          <ac:picMkLst>
            <pc:docMk/>
            <pc:sldMk cId="1450025226" sldId="264"/>
            <ac:picMk id="125" creationId="{A3DEDB98-5237-7BED-7DFF-120449755D40}"/>
          </ac:picMkLst>
        </pc:picChg>
        <pc:picChg chg="add del mod">
          <ac:chgData name="Wang, Qing" userId="fab44759-c2b6-46c8-af9d-3a50976e6378" providerId="ADAL" clId="{72691606-6645-558F-9384-767C97C8F6E2}" dt="2026-10-09T04:38:33.812" v="658"/>
          <ac:picMkLst>
            <pc:docMk/>
            <pc:sldMk cId="1450025226" sldId="264"/>
            <ac:picMk id="129" creationId="{90812062-7AFA-01BD-D831-103CC853D331}"/>
          </ac:picMkLst>
        </pc:picChg>
        <pc:picChg chg="add mod">
          <ac:chgData name="Wang, Qing" userId="fab44759-c2b6-46c8-af9d-3a50976e6378" providerId="ADAL" clId="{72691606-6645-558F-9384-767C97C8F6E2}" dt="2026-10-09T04:40:02.567" v="659"/>
          <ac:picMkLst>
            <pc:docMk/>
            <pc:sldMk cId="1450025226" sldId="264"/>
            <ac:picMk id="133" creationId="{7EBE9961-9F0B-0732-E087-2F671D85812F}"/>
          </ac:picMkLst>
        </pc:picChg>
      </pc:sldChg>
      <pc:sldChg chg="addSp modSp del">
        <pc:chgData name="Wang, Qing" userId="fab44759-c2b6-46c8-af9d-3a50976e6378" providerId="ADAL" clId="{72691606-6645-558F-9384-767C97C8F6E2}" dt="2026-10-08T23:51:34.923" v="241" actId="2696"/>
        <pc:sldMkLst>
          <pc:docMk/>
          <pc:sldMk cId="1357186496" sldId="266"/>
        </pc:sldMkLst>
        <pc:picChg chg="add mod">
          <ac:chgData name="Wang, Qing" userId="fab44759-c2b6-46c8-af9d-3a50976e6378" providerId="ADAL" clId="{72691606-6645-558F-9384-767C97C8F6E2}" dt="2026-10-08T22:34:33.683" v="4"/>
          <ac:picMkLst>
            <pc:docMk/>
            <pc:sldMk cId="1357186496" sldId="266"/>
            <ac:picMk id="4" creationId="{42D4A0E2-C358-7A4A-E2C5-136F56651B83}"/>
          </ac:picMkLst>
        </pc:picChg>
      </pc:sldChg>
      <pc:sldChg chg="addSp delSp modSp mod modTransition modAnim">
        <pc:chgData name="Wang, Qing" userId="fab44759-c2b6-46c8-af9d-3a50976e6378" providerId="ADAL" clId="{72691606-6645-558F-9384-767C97C8F6E2}" dt="2026-10-09T02:44:03.462" v="454" actId="12"/>
        <pc:sldMkLst>
          <pc:docMk/>
          <pc:sldMk cId="3504016890" sldId="267"/>
        </pc:sldMkLst>
        <pc:spChg chg="mod">
          <ac:chgData name="Wang, Qing" userId="fab44759-c2b6-46c8-af9d-3a50976e6378" providerId="ADAL" clId="{72691606-6645-558F-9384-767C97C8F6E2}" dt="2026-10-09T02:43:55.109" v="450" actId="12"/>
          <ac:spMkLst>
            <pc:docMk/>
            <pc:sldMk cId="3504016890" sldId="267"/>
            <ac:spMk id="8" creationId="{AC503DA6-56AE-6573-2ACA-7922AA617D05}"/>
          </ac:spMkLst>
        </pc:spChg>
        <pc:spChg chg="mod">
          <ac:chgData name="Wang, Qing" userId="fab44759-c2b6-46c8-af9d-3a50976e6378" providerId="ADAL" clId="{72691606-6645-558F-9384-767C97C8F6E2}" dt="2026-10-09T02:44:00.698" v="453" actId="12"/>
          <ac:spMkLst>
            <pc:docMk/>
            <pc:sldMk cId="3504016890" sldId="267"/>
            <ac:spMk id="9" creationId="{B176B2A8-B814-04AE-F67E-251ABE08727F}"/>
          </ac:spMkLst>
        </pc:spChg>
        <pc:spChg chg="mod">
          <ac:chgData name="Wang, Qing" userId="fab44759-c2b6-46c8-af9d-3a50976e6378" providerId="ADAL" clId="{72691606-6645-558F-9384-767C97C8F6E2}" dt="2026-10-09T02:44:03.462" v="454" actId="12"/>
          <ac:spMkLst>
            <pc:docMk/>
            <pc:sldMk cId="3504016890" sldId="267"/>
            <ac:spMk id="12" creationId="{E7EE7B50-AF2B-42B8-657D-862513E32D5D}"/>
          </ac:spMkLst>
        </pc:spChg>
        <pc:spChg chg="mod">
          <ac:chgData name="Wang, Qing" userId="fab44759-c2b6-46c8-af9d-3a50976e6378" providerId="ADAL" clId="{72691606-6645-558F-9384-767C97C8F6E2}" dt="2026-10-09T02:21:35.071" v="293" actId="20577"/>
          <ac:spMkLst>
            <pc:docMk/>
            <pc:sldMk cId="3504016890" sldId="267"/>
            <ac:spMk id="42" creationId="{4ADAB544-0226-D215-CADB-C2BD3C6DE0A0}"/>
          </ac:spMkLst>
        </pc:spChg>
        <pc:picChg chg="add del mod">
          <ac:chgData name="Wang, Qing" userId="fab44759-c2b6-46c8-af9d-3a50976e6378" providerId="ADAL" clId="{72691606-6645-558F-9384-767C97C8F6E2}" dt="2026-10-08T23:22:56.384" v="145"/>
          <ac:picMkLst>
            <pc:docMk/>
            <pc:sldMk cId="3504016890" sldId="267"/>
            <ac:picMk id="4" creationId="{C0ABFB5E-7BA9-BAD8-BEF8-E7208CCEF196}"/>
          </ac:picMkLst>
        </pc:picChg>
        <pc:picChg chg="add del mod">
          <ac:chgData name="Wang, Qing" userId="fab44759-c2b6-46c8-af9d-3a50976e6378" providerId="ADAL" clId="{72691606-6645-558F-9384-767C97C8F6E2}" dt="2026-10-08T23:23:23.518" v="147"/>
          <ac:picMkLst>
            <pc:docMk/>
            <pc:sldMk cId="3504016890" sldId="267"/>
            <ac:picMk id="23" creationId="{141115C9-6205-122B-B493-F0770221B435}"/>
          </ac:picMkLst>
        </pc:picChg>
        <pc:picChg chg="add mod">
          <ac:chgData name="Wang, Qing" userId="fab44759-c2b6-46c8-af9d-3a50976e6378" providerId="ADAL" clId="{72691606-6645-558F-9384-767C97C8F6E2}" dt="2026-10-08T23:23:43.837" v="148"/>
          <ac:picMkLst>
            <pc:docMk/>
            <pc:sldMk cId="3504016890" sldId="267"/>
            <ac:picMk id="27" creationId="{8A3E4FB2-EE8F-89B8-FF27-F324B923B5FF}"/>
          </ac:picMkLst>
        </pc:picChg>
      </pc:sldChg>
      <pc:sldChg chg="addSp delSp modSp mod modTransition modAnim">
        <pc:chgData name="Wang, Qing" userId="fab44759-c2b6-46c8-af9d-3a50976e6378" providerId="ADAL" clId="{72691606-6645-558F-9384-767C97C8F6E2}" dt="2026-10-09T03:52:12.630" v="588"/>
        <pc:sldMkLst>
          <pc:docMk/>
          <pc:sldMk cId="2727582198" sldId="269"/>
        </pc:sldMkLst>
        <pc:spChg chg="mod">
          <ac:chgData name="Wang, Qing" userId="fab44759-c2b6-46c8-af9d-3a50976e6378" providerId="ADAL" clId="{72691606-6645-558F-9384-767C97C8F6E2}" dt="2026-10-09T02:39:54.729" v="412" actId="20577"/>
          <ac:spMkLst>
            <pc:docMk/>
            <pc:sldMk cId="2727582198" sldId="269"/>
            <ac:spMk id="4" creationId="{ECC6AFA5-D0F2-577E-14C9-5DECD61AEAEF}"/>
          </ac:spMkLst>
        </pc:spChg>
        <pc:picChg chg="add del mod">
          <ac:chgData name="Wang, Qing" userId="fab44759-c2b6-46c8-af9d-3a50976e6378" providerId="ADAL" clId="{72691606-6645-558F-9384-767C97C8F6E2}" dt="2026-10-08T23:29:11.967" v="167"/>
          <ac:picMkLst>
            <pc:docMk/>
            <pc:sldMk cId="2727582198" sldId="269"/>
            <ac:picMk id="6" creationId="{0993B2D5-2069-B9AB-7A94-6C01E3E490EF}"/>
          </ac:picMkLst>
        </pc:picChg>
        <pc:picChg chg="add del mod">
          <ac:chgData name="Wang, Qing" userId="fab44759-c2b6-46c8-af9d-3a50976e6378" providerId="ADAL" clId="{72691606-6645-558F-9384-767C97C8F6E2}" dt="2026-10-08T23:29:24.794" v="169"/>
          <ac:picMkLst>
            <pc:docMk/>
            <pc:sldMk cId="2727582198" sldId="269"/>
            <ac:picMk id="12" creationId="{144B231C-11F8-C174-35A0-E50E9F4194E9}"/>
          </ac:picMkLst>
        </pc:picChg>
        <pc:picChg chg="add del mod">
          <ac:chgData name="Wang, Qing" userId="fab44759-c2b6-46c8-af9d-3a50976e6378" providerId="ADAL" clId="{72691606-6645-558F-9384-767C97C8F6E2}" dt="2026-10-09T03:49:59.011" v="579"/>
          <ac:picMkLst>
            <pc:docMk/>
            <pc:sldMk cId="2727582198" sldId="269"/>
            <ac:picMk id="12" creationId="{91CF0460-6209-8BBF-41F4-D6814755E62C}"/>
          </ac:picMkLst>
        </pc:picChg>
        <pc:picChg chg="add del mod">
          <ac:chgData name="Wang, Qing" userId="fab44759-c2b6-46c8-af9d-3a50976e6378" providerId="ADAL" clId="{72691606-6645-558F-9384-767C97C8F6E2}" dt="2026-10-08T23:29:37.763" v="171"/>
          <ac:picMkLst>
            <pc:docMk/>
            <pc:sldMk cId="2727582198" sldId="269"/>
            <ac:picMk id="16" creationId="{0C1760A1-DCA7-72D3-68F2-BE556352D991}"/>
          </ac:picMkLst>
        </pc:picChg>
        <pc:picChg chg="add del mod">
          <ac:chgData name="Wang, Qing" userId="fab44759-c2b6-46c8-af9d-3a50976e6378" providerId="ADAL" clId="{72691606-6645-558F-9384-767C97C8F6E2}" dt="2026-10-09T03:50:09.197" v="581"/>
          <ac:picMkLst>
            <pc:docMk/>
            <pc:sldMk cId="2727582198" sldId="269"/>
            <ac:picMk id="16" creationId="{7A8504A5-8EB8-8988-E3E0-04C47C885DF3}"/>
          </ac:picMkLst>
        </pc:picChg>
        <pc:picChg chg="add del mod">
          <ac:chgData name="Wang, Qing" userId="fab44759-c2b6-46c8-af9d-3a50976e6378" providerId="ADAL" clId="{72691606-6645-558F-9384-767C97C8F6E2}" dt="2026-10-08T23:29:53.594" v="173"/>
          <ac:picMkLst>
            <pc:docMk/>
            <pc:sldMk cId="2727582198" sldId="269"/>
            <ac:picMk id="20" creationId="{5DF073CF-1FF2-6F09-D6C1-A3508184578F}"/>
          </ac:picMkLst>
        </pc:picChg>
        <pc:picChg chg="add del mod">
          <ac:chgData name="Wang, Qing" userId="fab44759-c2b6-46c8-af9d-3a50976e6378" providerId="ADAL" clId="{72691606-6645-558F-9384-767C97C8F6E2}" dt="2026-10-09T03:50:19.760" v="583"/>
          <ac:picMkLst>
            <pc:docMk/>
            <pc:sldMk cId="2727582198" sldId="269"/>
            <ac:picMk id="20" creationId="{C4AD46BB-D817-718F-25DC-7053E57F1818}"/>
          </ac:picMkLst>
        </pc:picChg>
        <pc:picChg chg="add del mod">
          <ac:chgData name="Wang, Qing" userId="fab44759-c2b6-46c8-af9d-3a50976e6378" providerId="ADAL" clId="{72691606-6645-558F-9384-767C97C8F6E2}" dt="2026-10-08T23:30:05.201" v="175"/>
          <ac:picMkLst>
            <pc:docMk/>
            <pc:sldMk cId="2727582198" sldId="269"/>
            <ac:picMk id="24" creationId="{0D807E31-F548-3605-5C5E-43379171C296}"/>
          </ac:picMkLst>
        </pc:picChg>
        <pc:picChg chg="add del mod">
          <ac:chgData name="Wang, Qing" userId="fab44759-c2b6-46c8-af9d-3a50976e6378" providerId="ADAL" clId="{72691606-6645-558F-9384-767C97C8F6E2}" dt="2026-10-09T03:50:47.672" v="585"/>
          <ac:picMkLst>
            <pc:docMk/>
            <pc:sldMk cId="2727582198" sldId="269"/>
            <ac:picMk id="24" creationId="{A4F1F546-6262-FA8F-4984-9BB85F12A78D}"/>
          </ac:picMkLst>
        </pc:picChg>
        <pc:picChg chg="add del mod">
          <ac:chgData name="Wang, Qing" userId="fab44759-c2b6-46c8-af9d-3a50976e6378" providerId="ADAL" clId="{72691606-6645-558F-9384-767C97C8F6E2}" dt="2026-10-08T23:30:13.490" v="177"/>
          <ac:picMkLst>
            <pc:docMk/>
            <pc:sldMk cId="2727582198" sldId="269"/>
            <ac:picMk id="28" creationId="{9B3C5340-A2CE-3670-B341-D3AE00A53C9B}"/>
          </ac:picMkLst>
        </pc:picChg>
        <pc:picChg chg="add del mod">
          <ac:chgData name="Wang, Qing" userId="fab44759-c2b6-46c8-af9d-3a50976e6378" providerId="ADAL" clId="{72691606-6645-558F-9384-767C97C8F6E2}" dt="2026-10-09T03:51:46.257" v="587"/>
          <ac:picMkLst>
            <pc:docMk/>
            <pc:sldMk cId="2727582198" sldId="269"/>
            <ac:picMk id="28" creationId="{9C277F5E-4A4D-98E7-32B9-6F1C3AD3BFBB}"/>
          </ac:picMkLst>
        </pc:picChg>
        <pc:picChg chg="add del mod">
          <ac:chgData name="Wang, Qing" userId="fab44759-c2b6-46c8-af9d-3a50976e6378" providerId="ADAL" clId="{72691606-6645-558F-9384-767C97C8F6E2}" dt="2026-10-08T23:30:51.999" v="179"/>
          <ac:picMkLst>
            <pc:docMk/>
            <pc:sldMk cId="2727582198" sldId="269"/>
            <ac:picMk id="32" creationId="{16432793-003F-369A-FEB4-48C1650F4030}"/>
          </ac:picMkLst>
        </pc:picChg>
        <pc:picChg chg="add mod">
          <ac:chgData name="Wang, Qing" userId="fab44759-c2b6-46c8-af9d-3a50976e6378" providerId="ADAL" clId="{72691606-6645-558F-9384-767C97C8F6E2}" dt="2026-10-09T03:52:12.630" v="588"/>
          <ac:picMkLst>
            <pc:docMk/>
            <pc:sldMk cId="2727582198" sldId="269"/>
            <ac:picMk id="34" creationId="{73ABCC8B-B3DE-BE19-B090-492635C66889}"/>
          </ac:picMkLst>
        </pc:picChg>
        <pc:picChg chg="add del mod">
          <ac:chgData name="Wang, Qing" userId="fab44759-c2b6-46c8-af9d-3a50976e6378" providerId="ADAL" clId="{72691606-6645-558F-9384-767C97C8F6E2}" dt="2026-10-09T03:49:49.566" v="577"/>
          <ac:picMkLst>
            <pc:docMk/>
            <pc:sldMk cId="2727582198" sldId="269"/>
            <ac:picMk id="38" creationId="{99E1B4A0-C1B7-AEF2-1D89-55875BC3E720}"/>
          </ac:picMkLst>
        </pc:picChg>
      </pc:sldChg>
      <pc:sldChg chg="addSp delSp modSp del modTransition modAnim">
        <pc:chgData name="Wang, Qing" userId="fab44759-c2b6-46c8-af9d-3a50976e6378" providerId="ADAL" clId="{72691606-6645-558F-9384-767C97C8F6E2}" dt="2026-10-09T02:41:09.142" v="413" actId="2696"/>
        <pc:sldMkLst>
          <pc:docMk/>
          <pc:sldMk cId="3047975803" sldId="270"/>
        </pc:sldMkLst>
        <pc:picChg chg="add del mod">
          <ac:chgData name="Wang, Qing" userId="fab44759-c2b6-46c8-af9d-3a50976e6378" providerId="ADAL" clId="{72691606-6645-558F-9384-767C97C8F6E2}" dt="2026-10-08T23:34:14.569" v="189"/>
          <ac:picMkLst>
            <pc:docMk/>
            <pc:sldMk cId="3047975803" sldId="270"/>
            <ac:picMk id="8" creationId="{0580DA14-7024-66AE-16EE-08BD6EBD97AB}"/>
          </ac:picMkLst>
        </pc:picChg>
        <pc:picChg chg="add mod">
          <ac:chgData name="Wang, Qing" userId="fab44759-c2b6-46c8-af9d-3a50976e6378" providerId="ADAL" clId="{72691606-6645-558F-9384-767C97C8F6E2}" dt="2026-10-08T23:34:25.506" v="190"/>
          <ac:picMkLst>
            <pc:docMk/>
            <pc:sldMk cId="3047975803" sldId="270"/>
            <ac:picMk id="14" creationId="{4D8B73B8-0AAF-C658-ED3A-82AAEFFC0079}"/>
          </ac:picMkLst>
        </pc:picChg>
      </pc:sldChg>
      <pc:sldChg chg="addSp delSp modSp mod modTransition modAnim modNotesTx">
        <pc:chgData name="Wang, Qing" userId="fab44759-c2b6-46c8-af9d-3a50976e6378" providerId="ADAL" clId="{72691606-6645-558F-9384-767C97C8F6E2}" dt="2026-10-09T03:37:22.724" v="564"/>
        <pc:sldMkLst>
          <pc:docMk/>
          <pc:sldMk cId="3560599598" sldId="271"/>
        </pc:sldMkLst>
        <pc:spChg chg="mod">
          <ac:chgData name="Wang, Qing" userId="fab44759-c2b6-46c8-af9d-3a50976e6378" providerId="ADAL" clId="{72691606-6645-558F-9384-767C97C8F6E2}" dt="2026-10-09T02:44:24.682" v="458" actId="404"/>
          <ac:spMkLst>
            <pc:docMk/>
            <pc:sldMk cId="3560599598" sldId="271"/>
            <ac:spMk id="5" creationId="{331CC308-04E2-DFEE-A3A3-AD16746E7BF7}"/>
          </ac:spMkLst>
        </pc:spChg>
        <pc:picChg chg="add del mod">
          <ac:chgData name="Wang, Qing" userId="fab44759-c2b6-46c8-af9d-3a50976e6378" providerId="ADAL" clId="{72691606-6645-558F-9384-767C97C8F6E2}" dt="2026-10-08T23:31:53.958" v="181"/>
          <ac:picMkLst>
            <pc:docMk/>
            <pc:sldMk cId="3560599598" sldId="271"/>
            <ac:picMk id="6" creationId="{F60C52A1-4158-42E5-12A3-B37A9C0322D2}"/>
          </ac:picMkLst>
        </pc:picChg>
        <pc:picChg chg="add del mod">
          <ac:chgData name="Wang, Qing" userId="fab44759-c2b6-46c8-af9d-3a50976e6378" providerId="ADAL" clId="{72691606-6645-558F-9384-767C97C8F6E2}" dt="2026-10-09T03:36:59.556" v="563"/>
          <ac:picMkLst>
            <pc:docMk/>
            <pc:sldMk cId="3560599598" sldId="271"/>
            <ac:picMk id="9" creationId="{D8ACC3A6-CBEF-102D-DE20-BC4C0978A518}"/>
          </ac:picMkLst>
        </pc:picChg>
        <pc:picChg chg="add del mod">
          <ac:chgData name="Wang, Qing" userId="fab44759-c2b6-46c8-af9d-3a50976e6378" providerId="ADAL" clId="{72691606-6645-558F-9384-767C97C8F6E2}" dt="2026-10-08T23:32:11.043" v="183"/>
          <ac:picMkLst>
            <pc:docMk/>
            <pc:sldMk cId="3560599598" sldId="271"/>
            <ac:picMk id="12" creationId="{23577E16-D265-9D8C-FB0A-3E19BDC00AF3}"/>
          </ac:picMkLst>
        </pc:picChg>
        <pc:picChg chg="add mod">
          <ac:chgData name="Wang, Qing" userId="fab44759-c2b6-46c8-af9d-3a50976e6378" providerId="ADAL" clId="{72691606-6645-558F-9384-767C97C8F6E2}" dt="2026-10-09T03:37:22.724" v="564"/>
          <ac:picMkLst>
            <pc:docMk/>
            <pc:sldMk cId="3560599598" sldId="271"/>
            <ac:picMk id="13" creationId="{6400FE94-BE9D-C38C-AE9B-CB66A061EC5B}"/>
          </ac:picMkLst>
        </pc:picChg>
        <pc:picChg chg="add del mod">
          <ac:chgData name="Wang, Qing" userId="fab44759-c2b6-46c8-af9d-3a50976e6378" providerId="ADAL" clId="{72691606-6645-558F-9384-767C97C8F6E2}" dt="2026-10-08T23:32:57.742" v="185"/>
          <ac:picMkLst>
            <pc:docMk/>
            <pc:sldMk cId="3560599598" sldId="271"/>
            <ac:picMk id="16" creationId="{B8BA5A44-5B1B-16DC-6DD1-DFB1E551B24C}"/>
          </ac:picMkLst>
        </pc:picChg>
        <pc:picChg chg="add del mod">
          <ac:chgData name="Wang, Qing" userId="fab44759-c2b6-46c8-af9d-3a50976e6378" providerId="ADAL" clId="{72691606-6645-558F-9384-767C97C8F6E2}" dt="2026-10-08T23:33:22.722" v="187"/>
          <ac:picMkLst>
            <pc:docMk/>
            <pc:sldMk cId="3560599598" sldId="271"/>
            <ac:picMk id="22" creationId="{53C6B296-BB15-79A2-38F0-96E32C43A5F3}"/>
          </ac:picMkLst>
        </pc:picChg>
        <pc:picChg chg="add del mod">
          <ac:chgData name="Wang, Qing" userId="fab44759-c2b6-46c8-af9d-3a50976e6378" providerId="ADAL" clId="{72691606-6645-558F-9384-767C97C8F6E2}" dt="2026-10-09T03:36:32.243" v="561"/>
          <ac:picMkLst>
            <pc:docMk/>
            <pc:sldMk cId="3560599598" sldId="271"/>
            <ac:picMk id="26" creationId="{028BF333-CCCF-DA7E-E047-F52BE1C85FD8}"/>
          </ac:picMkLst>
        </pc:picChg>
      </pc:sldChg>
      <pc:sldChg chg="addSp delSp modSp mod modTransition modAnim">
        <pc:chgData name="Wang, Qing" userId="fab44759-c2b6-46c8-af9d-3a50976e6378" providerId="ADAL" clId="{72691606-6645-558F-9384-767C97C8F6E2}" dt="2026-10-09T02:23:59.815" v="306" actId="1076"/>
        <pc:sldMkLst>
          <pc:docMk/>
          <pc:sldMk cId="4087641893" sldId="272"/>
        </pc:sldMkLst>
        <pc:spChg chg="add mod">
          <ac:chgData name="Wang, Qing" userId="fab44759-c2b6-46c8-af9d-3a50976e6378" providerId="ADAL" clId="{72691606-6645-558F-9384-767C97C8F6E2}" dt="2026-10-09T02:23:00.399" v="294"/>
          <ac:spMkLst>
            <pc:docMk/>
            <pc:sldMk cId="4087641893" sldId="272"/>
            <ac:spMk id="6" creationId="{138E29D1-4478-5A2E-901D-61857A32BB3C}"/>
          </ac:spMkLst>
        </pc:spChg>
        <pc:spChg chg="add mod">
          <ac:chgData name="Wang, Qing" userId="fab44759-c2b6-46c8-af9d-3a50976e6378" providerId="ADAL" clId="{72691606-6645-558F-9384-767C97C8F6E2}" dt="2026-10-09T02:23:50.907" v="302" actId="208"/>
          <ac:spMkLst>
            <pc:docMk/>
            <pc:sldMk cId="4087641893" sldId="272"/>
            <ac:spMk id="7" creationId="{9066FAFD-C43F-C767-F1A7-C889A626DCEC}"/>
          </ac:spMkLst>
        </pc:spChg>
        <pc:spChg chg="add mod">
          <ac:chgData name="Wang, Qing" userId="fab44759-c2b6-46c8-af9d-3a50976e6378" providerId="ADAL" clId="{72691606-6645-558F-9384-767C97C8F6E2}" dt="2026-10-09T02:23:59.815" v="306" actId="1076"/>
          <ac:spMkLst>
            <pc:docMk/>
            <pc:sldMk cId="4087641893" sldId="272"/>
            <ac:spMk id="8" creationId="{59550F25-DCD7-D7EB-7966-5BD57E7DF389}"/>
          </ac:spMkLst>
        </pc:spChg>
        <pc:graphicFrameChg chg="add mod">
          <ac:chgData name="Wang, Qing" userId="fab44759-c2b6-46c8-af9d-3a50976e6378" providerId="ADAL" clId="{72691606-6645-558F-9384-767C97C8F6E2}" dt="2026-10-09T02:23:00.399" v="294"/>
          <ac:graphicFrameMkLst>
            <pc:docMk/>
            <pc:sldMk cId="4087641893" sldId="272"/>
            <ac:graphicFrameMk id="3" creationId="{2D238D7E-4166-3D02-C2BE-ACB0D010260C}"/>
          </ac:graphicFrameMkLst>
        </pc:graphicFrameChg>
        <pc:picChg chg="mod">
          <ac:chgData name="Wang, Qing" userId="fab44759-c2b6-46c8-af9d-3a50976e6378" providerId="ADAL" clId="{72691606-6645-558F-9384-767C97C8F6E2}" dt="2026-10-09T02:23:53.830" v="304" actId="1076"/>
          <ac:picMkLst>
            <pc:docMk/>
            <pc:sldMk cId="4087641893" sldId="272"/>
            <ac:picMk id="5" creationId="{3AE1D6B5-2797-81E0-D982-5C3EF2EE4CF6}"/>
          </ac:picMkLst>
        </pc:picChg>
        <pc:picChg chg="add del mod">
          <ac:chgData name="Wang, Qing" userId="fab44759-c2b6-46c8-af9d-3a50976e6378" providerId="ADAL" clId="{72691606-6645-558F-9384-767C97C8F6E2}" dt="2026-10-08T23:24:09.747" v="149"/>
          <ac:picMkLst>
            <pc:docMk/>
            <pc:sldMk cId="4087641893" sldId="272"/>
            <ac:picMk id="6" creationId="{3DA0AD91-4C43-117D-CF04-E97A25A44654}"/>
          </ac:picMkLst>
        </pc:picChg>
        <pc:picChg chg="add del mod">
          <ac:chgData name="Wang, Qing" userId="fab44759-c2b6-46c8-af9d-3a50976e6378" providerId="ADAL" clId="{72691606-6645-558F-9384-767C97C8F6E2}" dt="2026-10-08T23:24:34.066" v="151"/>
          <ac:picMkLst>
            <pc:docMk/>
            <pc:sldMk cId="4087641893" sldId="272"/>
            <ac:picMk id="13" creationId="{182080D3-471B-3B66-0620-1E8CFAB1741A}"/>
          </ac:picMkLst>
        </pc:picChg>
        <pc:picChg chg="add del mod">
          <ac:chgData name="Wang, Qing" userId="fab44759-c2b6-46c8-af9d-3a50976e6378" providerId="ADAL" clId="{72691606-6645-558F-9384-767C97C8F6E2}" dt="2026-10-08T23:24:50.774" v="153"/>
          <ac:picMkLst>
            <pc:docMk/>
            <pc:sldMk cId="4087641893" sldId="272"/>
            <ac:picMk id="17" creationId="{193D9831-79F7-839A-A134-47425508F081}"/>
          </ac:picMkLst>
        </pc:picChg>
        <pc:picChg chg="add del mod">
          <ac:chgData name="Wang, Qing" userId="fab44759-c2b6-46c8-af9d-3a50976e6378" providerId="ADAL" clId="{72691606-6645-558F-9384-767C97C8F6E2}" dt="2026-10-08T23:25:45.089" v="155"/>
          <ac:picMkLst>
            <pc:docMk/>
            <pc:sldMk cId="4087641893" sldId="272"/>
            <ac:picMk id="21" creationId="{53527AB8-EA8D-0ED3-3860-9A8CAD483CF4}"/>
          </ac:picMkLst>
        </pc:picChg>
        <pc:picChg chg="add del mod">
          <ac:chgData name="Wang, Qing" userId="fab44759-c2b6-46c8-af9d-3a50976e6378" providerId="ADAL" clId="{72691606-6645-558F-9384-767C97C8F6E2}" dt="2026-10-08T23:27:03.733" v="157"/>
          <ac:picMkLst>
            <pc:docMk/>
            <pc:sldMk cId="4087641893" sldId="272"/>
            <ac:picMk id="25" creationId="{F8128AD2-4B4F-8563-3F17-67DB228AD055}"/>
          </ac:picMkLst>
        </pc:picChg>
        <pc:picChg chg="add mod">
          <ac:chgData name="Wang, Qing" userId="fab44759-c2b6-46c8-af9d-3a50976e6378" providerId="ADAL" clId="{72691606-6645-558F-9384-767C97C8F6E2}" dt="2026-10-08T23:27:33.123" v="158"/>
          <ac:picMkLst>
            <pc:docMk/>
            <pc:sldMk cId="4087641893" sldId="272"/>
            <ac:picMk id="31" creationId="{4762A118-2E3A-E95F-4BD8-F35E3874E520}"/>
          </ac:picMkLst>
        </pc:picChg>
      </pc:sldChg>
      <pc:sldChg chg="addSp delSp modSp mod modTransition modAnim">
        <pc:chgData name="Wang, Qing" userId="fab44759-c2b6-46c8-af9d-3a50976e6378" providerId="ADAL" clId="{72691606-6645-558F-9384-767C97C8F6E2}" dt="2026-10-09T03:49:03.633" v="576"/>
        <pc:sldMkLst>
          <pc:docMk/>
          <pc:sldMk cId="2531429411" sldId="273"/>
        </pc:sldMkLst>
        <pc:spChg chg="add del mod">
          <ac:chgData name="Wang, Qing" userId="fab44759-c2b6-46c8-af9d-3a50976e6378" providerId="ADAL" clId="{72691606-6645-558F-9384-767C97C8F6E2}" dt="2026-10-09T02:36:26.218" v="402" actId="478"/>
          <ac:spMkLst>
            <pc:docMk/>
            <pc:sldMk cId="2531429411" sldId="273"/>
            <ac:spMk id="3" creationId="{A47C9624-E416-0606-34B0-B5BA9D30AC99}"/>
          </ac:spMkLst>
        </pc:spChg>
        <pc:picChg chg="add del mod">
          <ac:chgData name="Wang, Qing" userId="fab44759-c2b6-46c8-af9d-3a50976e6378" providerId="ADAL" clId="{72691606-6645-558F-9384-767C97C8F6E2}" dt="2026-10-08T23:28:11.635" v="159"/>
          <ac:picMkLst>
            <pc:docMk/>
            <pc:sldMk cId="2531429411" sldId="273"/>
            <ac:picMk id="5" creationId="{0B12858D-1E88-09EF-A387-4D5E54C22C7B}"/>
          </ac:picMkLst>
        </pc:picChg>
        <pc:picChg chg="mod">
          <ac:chgData name="Wang, Qing" userId="fab44759-c2b6-46c8-af9d-3a50976e6378" providerId="ADAL" clId="{72691606-6645-558F-9384-767C97C8F6E2}" dt="2026-10-09T02:36:29.163" v="403" actId="1076"/>
          <ac:picMkLst>
            <pc:docMk/>
            <pc:sldMk cId="2531429411" sldId="273"/>
            <ac:picMk id="6" creationId="{AFEAE657-679F-6760-655B-7AB972CE74F9}"/>
          </ac:picMkLst>
        </pc:picChg>
        <pc:picChg chg="add del mod">
          <ac:chgData name="Wang, Qing" userId="fab44759-c2b6-46c8-af9d-3a50976e6378" providerId="ADAL" clId="{72691606-6645-558F-9384-767C97C8F6E2}" dt="2026-10-09T03:48:45.230" v="575"/>
          <ac:picMkLst>
            <pc:docMk/>
            <pc:sldMk cId="2531429411" sldId="273"/>
            <ac:picMk id="12" creationId="{AF02E780-A5BC-7443-4225-E2B27894BF1B}"/>
          </ac:picMkLst>
        </pc:picChg>
        <pc:picChg chg="add del mod">
          <ac:chgData name="Wang, Qing" userId="fab44759-c2b6-46c8-af9d-3a50976e6378" providerId="ADAL" clId="{72691606-6645-558F-9384-767C97C8F6E2}" dt="2026-10-08T23:28:21.486" v="161"/>
          <ac:picMkLst>
            <pc:docMk/>
            <pc:sldMk cId="2531429411" sldId="273"/>
            <ac:picMk id="14" creationId="{0CA2B4A7-008B-66E9-1584-F94E1FB684B3}"/>
          </ac:picMkLst>
        </pc:picChg>
        <pc:picChg chg="add mod">
          <ac:chgData name="Wang, Qing" userId="fab44759-c2b6-46c8-af9d-3a50976e6378" providerId="ADAL" clId="{72691606-6645-558F-9384-767C97C8F6E2}" dt="2026-10-09T03:49:03.633" v="576"/>
          <ac:picMkLst>
            <pc:docMk/>
            <pc:sldMk cId="2531429411" sldId="273"/>
            <ac:picMk id="16" creationId="{282A6A45-E6F3-7BB7-3279-E6D942A0ED5C}"/>
          </ac:picMkLst>
        </pc:picChg>
        <pc:picChg chg="add del mod">
          <ac:chgData name="Wang, Qing" userId="fab44759-c2b6-46c8-af9d-3a50976e6378" providerId="ADAL" clId="{72691606-6645-558F-9384-767C97C8F6E2}" dt="2026-10-08T23:28:32.121" v="163"/>
          <ac:picMkLst>
            <pc:docMk/>
            <pc:sldMk cId="2531429411" sldId="273"/>
            <ac:picMk id="18" creationId="{3A3A3C98-A3E5-5399-3386-2EE8F394D65E}"/>
          </ac:picMkLst>
        </pc:picChg>
        <pc:picChg chg="add del mod">
          <ac:chgData name="Wang, Qing" userId="fab44759-c2b6-46c8-af9d-3a50976e6378" providerId="ADAL" clId="{72691606-6645-558F-9384-767C97C8F6E2}" dt="2026-10-08T23:28:40.389" v="165"/>
          <ac:picMkLst>
            <pc:docMk/>
            <pc:sldMk cId="2531429411" sldId="273"/>
            <ac:picMk id="22" creationId="{DAD30192-27A2-075F-425C-DC16AD9AB0B6}"/>
          </ac:picMkLst>
        </pc:picChg>
        <pc:picChg chg="add del mod">
          <ac:chgData name="Wang, Qing" userId="fab44759-c2b6-46c8-af9d-3a50976e6378" providerId="ADAL" clId="{72691606-6645-558F-9384-767C97C8F6E2}" dt="2026-10-09T03:48:33.603" v="573"/>
          <ac:picMkLst>
            <pc:docMk/>
            <pc:sldMk cId="2531429411" sldId="273"/>
            <ac:picMk id="26" creationId="{F8D0A17A-F821-6ABF-537C-B87F5A49CD0D}"/>
          </ac:picMkLst>
        </pc:picChg>
      </pc:sldChg>
      <pc:sldChg chg="addSp delSp modSp modTransition modAnim modNotesTx">
        <pc:chgData name="Wang, Qing" userId="fab44759-c2b6-46c8-af9d-3a50976e6378" providerId="ADAL" clId="{72691606-6645-558F-9384-767C97C8F6E2}" dt="2026-10-09T04:02:00.535" v="606"/>
        <pc:sldMkLst>
          <pc:docMk/>
          <pc:sldMk cId="2599075715" sldId="277"/>
        </pc:sldMkLst>
        <pc:picChg chg="add del mod">
          <ac:chgData name="Wang, Qing" userId="fab44759-c2b6-46c8-af9d-3a50976e6378" providerId="ADAL" clId="{72691606-6645-558F-9384-767C97C8F6E2}" dt="2026-10-08T23:34:33.862" v="191"/>
          <ac:picMkLst>
            <pc:docMk/>
            <pc:sldMk cId="2599075715" sldId="277"/>
            <ac:picMk id="5" creationId="{A773BE33-49D7-DD0A-D002-A35891481108}"/>
          </ac:picMkLst>
        </pc:picChg>
        <pc:picChg chg="add del mod">
          <ac:chgData name="Wang, Qing" userId="fab44759-c2b6-46c8-af9d-3a50976e6378" providerId="ADAL" clId="{72691606-6645-558F-9384-767C97C8F6E2}" dt="2026-10-09T03:55:50.968" v="591"/>
          <ac:picMkLst>
            <pc:docMk/>
            <pc:sldMk cId="2599075715" sldId="277"/>
            <ac:picMk id="10" creationId="{193FC314-AAF1-3A72-5228-3703A975FF31}"/>
          </ac:picMkLst>
        </pc:picChg>
        <pc:picChg chg="add del mod">
          <ac:chgData name="Wang, Qing" userId="fab44759-c2b6-46c8-af9d-3a50976e6378" providerId="ADAL" clId="{72691606-6645-558F-9384-767C97C8F6E2}" dt="2026-10-08T23:34:49.241" v="193"/>
          <ac:picMkLst>
            <pc:docMk/>
            <pc:sldMk cId="2599075715" sldId="277"/>
            <ac:picMk id="12" creationId="{70B9327F-C54A-BC45-5553-B2A31468A238}"/>
          </ac:picMkLst>
        </pc:picChg>
        <pc:picChg chg="add del mod">
          <ac:chgData name="Wang, Qing" userId="fab44759-c2b6-46c8-af9d-3a50976e6378" providerId="ADAL" clId="{72691606-6645-558F-9384-767C97C8F6E2}" dt="2026-10-08T23:35:01.164" v="195"/>
          <ac:picMkLst>
            <pc:docMk/>
            <pc:sldMk cId="2599075715" sldId="277"/>
            <ac:picMk id="16" creationId="{3964E872-90B8-9D58-67A5-E1C609A30C0C}"/>
          </ac:picMkLst>
        </pc:picChg>
        <pc:picChg chg="add del mod">
          <ac:chgData name="Wang, Qing" userId="fab44759-c2b6-46c8-af9d-3a50976e6378" providerId="ADAL" clId="{72691606-6645-558F-9384-767C97C8F6E2}" dt="2026-10-09T03:58:28.208" v="597"/>
          <ac:picMkLst>
            <pc:docMk/>
            <pc:sldMk cId="2599075715" sldId="277"/>
            <ac:picMk id="16" creationId="{695C4F9E-3518-A51D-AA6A-1C33BCEC2C35}"/>
          </ac:picMkLst>
        </pc:picChg>
        <pc:picChg chg="add del mod">
          <ac:chgData name="Wang, Qing" userId="fab44759-c2b6-46c8-af9d-3a50976e6378" providerId="ADAL" clId="{72691606-6645-558F-9384-767C97C8F6E2}" dt="2026-10-08T23:35:17.487" v="197"/>
          <ac:picMkLst>
            <pc:docMk/>
            <pc:sldMk cId="2599075715" sldId="277"/>
            <ac:picMk id="20" creationId="{25B38D72-751A-6E14-C361-4976B86F7469}"/>
          </ac:picMkLst>
        </pc:picChg>
        <pc:picChg chg="add del mod">
          <ac:chgData name="Wang, Qing" userId="fab44759-c2b6-46c8-af9d-3a50976e6378" providerId="ADAL" clId="{72691606-6645-558F-9384-767C97C8F6E2}" dt="2026-10-09T03:58:51.620" v="599"/>
          <ac:picMkLst>
            <pc:docMk/>
            <pc:sldMk cId="2599075715" sldId="277"/>
            <ac:picMk id="23" creationId="{73149F6C-1AF2-AAF7-EDF3-77C39387E401}"/>
          </ac:picMkLst>
        </pc:picChg>
        <pc:picChg chg="add del mod">
          <ac:chgData name="Wang, Qing" userId="fab44759-c2b6-46c8-af9d-3a50976e6378" providerId="ADAL" clId="{72691606-6645-558F-9384-767C97C8F6E2}" dt="2026-10-08T23:35:34.091" v="199"/>
          <ac:picMkLst>
            <pc:docMk/>
            <pc:sldMk cId="2599075715" sldId="277"/>
            <ac:picMk id="24" creationId="{C4423542-ACB6-2C20-82BB-CADDAB6AE36C}"/>
          </ac:picMkLst>
        </pc:picChg>
        <pc:picChg chg="add del mod">
          <ac:chgData name="Wang, Qing" userId="fab44759-c2b6-46c8-af9d-3a50976e6378" providerId="ADAL" clId="{72691606-6645-558F-9384-767C97C8F6E2}" dt="2026-10-09T03:59:18.960" v="601"/>
          <ac:picMkLst>
            <pc:docMk/>
            <pc:sldMk cId="2599075715" sldId="277"/>
            <ac:picMk id="27" creationId="{23E1F713-912F-E5A0-3868-CD5DE8ED5566}"/>
          </ac:picMkLst>
        </pc:picChg>
        <pc:picChg chg="add del mod">
          <ac:chgData name="Wang, Qing" userId="fab44759-c2b6-46c8-af9d-3a50976e6378" providerId="ADAL" clId="{72691606-6645-558F-9384-767C97C8F6E2}" dt="2026-10-08T23:36:42.008" v="201"/>
          <ac:picMkLst>
            <pc:docMk/>
            <pc:sldMk cId="2599075715" sldId="277"/>
            <ac:picMk id="28" creationId="{3D044E5C-9220-AB36-DCB5-C81D789C97F1}"/>
          </ac:picMkLst>
        </pc:picChg>
        <pc:picChg chg="add del mod">
          <ac:chgData name="Wang, Qing" userId="fab44759-c2b6-46c8-af9d-3a50976e6378" providerId="ADAL" clId="{72691606-6645-558F-9384-767C97C8F6E2}" dt="2026-10-09T04:00:33.910" v="603"/>
          <ac:picMkLst>
            <pc:docMk/>
            <pc:sldMk cId="2599075715" sldId="277"/>
            <ac:picMk id="31" creationId="{18A56071-F469-C7E1-DF1B-7B10C53A660A}"/>
          </ac:picMkLst>
        </pc:picChg>
        <pc:picChg chg="add del mod">
          <ac:chgData name="Wang, Qing" userId="fab44759-c2b6-46c8-af9d-3a50976e6378" providerId="ADAL" clId="{72691606-6645-558F-9384-767C97C8F6E2}" dt="2026-10-08T23:36:58.824" v="203"/>
          <ac:picMkLst>
            <pc:docMk/>
            <pc:sldMk cId="2599075715" sldId="277"/>
            <ac:picMk id="32" creationId="{F7EE8F93-AF5D-6DF3-EC18-0FC2489C8641}"/>
          </ac:picMkLst>
        </pc:picChg>
        <pc:picChg chg="add del mod">
          <ac:chgData name="Wang, Qing" userId="fab44759-c2b6-46c8-af9d-3a50976e6378" providerId="ADAL" clId="{72691606-6645-558F-9384-767C97C8F6E2}" dt="2026-10-09T03:54:00.499" v="589"/>
          <ac:picMkLst>
            <pc:docMk/>
            <pc:sldMk cId="2599075715" sldId="277"/>
            <ac:picMk id="36" creationId="{760C0DFB-B64B-297F-BDCB-88E458ADC2B0}"/>
          </ac:picMkLst>
        </pc:picChg>
        <pc:picChg chg="add del mod">
          <ac:chgData name="Wang, Qing" userId="fab44759-c2b6-46c8-af9d-3a50976e6378" providerId="ADAL" clId="{72691606-6645-558F-9384-767C97C8F6E2}" dt="2026-10-09T04:01:05.127" v="605"/>
          <ac:picMkLst>
            <pc:docMk/>
            <pc:sldMk cId="2599075715" sldId="277"/>
            <ac:picMk id="38" creationId="{D40C4F31-1A17-9053-EE3F-83ADCD12CE9C}"/>
          </ac:picMkLst>
        </pc:picChg>
        <pc:picChg chg="add mod">
          <ac:chgData name="Wang, Qing" userId="fab44759-c2b6-46c8-af9d-3a50976e6378" providerId="ADAL" clId="{72691606-6645-558F-9384-767C97C8F6E2}" dt="2026-10-09T04:02:00.535" v="606"/>
          <ac:picMkLst>
            <pc:docMk/>
            <pc:sldMk cId="2599075715" sldId="277"/>
            <ac:picMk id="43" creationId="{039B4F09-3EAF-95D2-B5E9-2E9E4DBB4AA6}"/>
          </ac:picMkLst>
        </pc:picChg>
      </pc:sldChg>
      <pc:sldChg chg="addSp delSp modSp del mod modTransition modAnim">
        <pc:chgData name="Wang, Qing" userId="fab44759-c2b6-46c8-af9d-3a50976e6378" providerId="ADAL" clId="{72691606-6645-558F-9384-767C97C8F6E2}" dt="2026-10-09T02:42:25.070" v="436" actId="2696"/>
        <pc:sldMkLst>
          <pc:docMk/>
          <pc:sldMk cId="2646358537" sldId="278"/>
        </pc:sldMkLst>
        <pc:spChg chg="del mod">
          <ac:chgData name="Wang, Qing" userId="fab44759-c2b6-46c8-af9d-3a50976e6378" providerId="ADAL" clId="{72691606-6645-558F-9384-767C97C8F6E2}" dt="2026-10-09T02:42:06.575" v="428" actId="21"/>
          <ac:spMkLst>
            <pc:docMk/>
            <pc:sldMk cId="2646358537" sldId="278"/>
            <ac:spMk id="6" creationId="{860997D8-5943-590D-0C45-958968EBA5A3}"/>
          </ac:spMkLst>
        </pc:spChg>
        <pc:picChg chg="add del mod">
          <ac:chgData name="Wang, Qing" userId="fab44759-c2b6-46c8-af9d-3a50976e6378" providerId="ADAL" clId="{72691606-6645-558F-9384-767C97C8F6E2}" dt="2026-10-08T23:38:59.704" v="205"/>
          <ac:picMkLst>
            <pc:docMk/>
            <pc:sldMk cId="2646358537" sldId="278"/>
            <ac:picMk id="3" creationId="{594E417A-7753-9D4F-516E-635C31A5A084}"/>
          </ac:picMkLst>
        </pc:picChg>
        <pc:picChg chg="add del mod">
          <ac:chgData name="Wang, Qing" userId="fab44759-c2b6-46c8-af9d-3a50976e6378" providerId="ADAL" clId="{72691606-6645-558F-9384-767C97C8F6E2}" dt="2026-10-08T23:39:09.640" v="207"/>
          <ac:picMkLst>
            <pc:docMk/>
            <pc:sldMk cId="2646358537" sldId="278"/>
            <ac:picMk id="11" creationId="{08A224C0-64F0-A3D7-597E-2E13446280B8}"/>
          </ac:picMkLst>
        </pc:picChg>
        <pc:picChg chg="add mod">
          <ac:chgData name="Wang, Qing" userId="fab44759-c2b6-46c8-af9d-3a50976e6378" providerId="ADAL" clId="{72691606-6645-558F-9384-767C97C8F6E2}" dt="2026-10-08T23:39:22.071" v="208"/>
          <ac:picMkLst>
            <pc:docMk/>
            <pc:sldMk cId="2646358537" sldId="278"/>
            <ac:picMk id="15" creationId="{0DC1C384-C610-5ED6-8B8E-AFBB1CA50F0A}"/>
          </ac:picMkLst>
        </pc:picChg>
      </pc:sldChg>
      <pc:sldChg chg="addSp delSp modSp modTransition modAnim">
        <pc:chgData name="Wang, Qing" userId="fab44759-c2b6-46c8-af9d-3a50976e6378" providerId="ADAL" clId="{72691606-6645-558F-9384-767C97C8F6E2}" dt="2026-10-09T03:09:38.362" v="503"/>
        <pc:sldMkLst>
          <pc:docMk/>
          <pc:sldMk cId="173825389" sldId="1541"/>
        </pc:sldMkLst>
        <pc:picChg chg="add del mod">
          <ac:chgData name="Wang, Qing" userId="fab44759-c2b6-46c8-af9d-3a50976e6378" providerId="ADAL" clId="{72691606-6645-558F-9384-767C97C8F6E2}" dt="2026-10-09T03:06:06.113" v="494"/>
          <ac:picMkLst>
            <pc:docMk/>
            <pc:sldMk cId="173825389" sldId="1541"/>
            <ac:picMk id="12" creationId="{214C5157-145E-1E20-997F-79F5CA9FBD7A}"/>
          </ac:picMkLst>
        </pc:picChg>
        <pc:picChg chg="add del mod">
          <ac:chgData name="Wang, Qing" userId="fab44759-c2b6-46c8-af9d-3a50976e6378" providerId="ADAL" clId="{72691606-6645-558F-9384-767C97C8F6E2}" dt="2026-10-08T22:25:44.916" v="3"/>
          <ac:picMkLst>
            <pc:docMk/>
            <pc:sldMk cId="173825389" sldId="1541"/>
            <ac:picMk id="13" creationId="{32B8C61E-7CA4-D230-1312-014AC6407F2E}"/>
          </ac:picMkLst>
        </pc:picChg>
        <pc:picChg chg="add del mod">
          <ac:chgData name="Wang, Qing" userId="fab44759-c2b6-46c8-af9d-3a50976e6378" providerId="ADAL" clId="{72691606-6645-558F-9384-767C97C8F6E2}" dt="2026-10-08T22:38:33.879" v="5"/>
          <ac:picMkLst>
            <pc:docMk/>
            <pc:sldMk cId="173825389" sldId="1541"/>
            <ac:picMk id="17" creationId="{FBCF27CE-8D79-D3EC-6162-BB934DC5D85C}"/>
          </ac:picMkLst>
        </pc:picChg>
        <pc:picChg chg="add del mod">
          <ac:chgData name="Wang, Qing" userId="fab44759-c2b6-46c8-af9d-3a50976e6378" providerId="ADAL" clId="{72691606-6645-558F-9384-767C97C8F6E2}" dt="2026-10-09T03:06:59.870" v="496"/>
          <ac:picMkLst>
            <pc:docMk/>
            <pc:sldMk cId="173825389" sldId="1541"/>
            <ac:picMk id="18" creationId="{D4FA23BB-712B-CB32-BF64-9C83B6546053}"/>
          </ac:picMkLst>
        </pc:picChg>
        <pc:picChg chg="add del mod">
          <ac:chgData name="Wang, Qing" userId="fab44759-c2b6-46c8-af9d-3a50976e6378" providerId="ADAL" clId="{72691606-6645-558F-9384-767C97C8F6E2}" dt="2026-10-09T03:07:28.129" v="498"/>
          <ac:picMkLst>
            <pc:docMk/>
            <pc:sldMk cId="173825389" sldId="1541"/>
            <ac:picMk id="24" creationId="{7AC0A8A5-B9D1-A018-B4EA-5ACFDAF15EFB}"/>
          </ac:picMkLst>
        </pc:picChg>
        <pc:picChg chg="add del mod">
          <ac:chgData name="Wang, Qing" userId="fab44759-c2b6-46c8-af9d-3a50976e6378" providerId="ADAL" clId="{72691606-6645-558F-9384-767C97C8F6E2}" dt="2026-10-08T22:40:54.287" v="9"/>
          <ac:picMkLst>
            <pc:docMk/>
            <pc:sldMk cId="173825389" sldId="1541"/>
            <ac:picMk id="25" creationId="{CF445CA6-63C1-C5B9-ED04-91C241CF56F9}"/>
          </ac:picMkLst>
        </pc:picChg>
        <pc:picChg chg="add del mod">
          <ac:chgData name="Wang, Qing" userId="fab44759-c2b6-46c8-af9d-3a50976e6378" providerId="ADAL" clId="{72691606-6645-558F-9384-767C97C8F6E2}" dt="2026-10-09T03:09:17.198" v="502"/>
          <ac:picMkLst>
            <pc:docMk/>
            <pc:sldMk cId="173825389" sldId="1541"/>
            <ac:picMk id="30" creationId="{F0DBFC74-8C1D-1F26-ADBF-D642D59DCA43}"/>
          </ac:picMkLst>
        </pc:picChg>
        <pc:picChg chg="add del mod">
          <ac:chgData name="Wang, Qing" userId="fab44759-c2b6-46c8-af9d-3a50976e6378" providerId="ADAL" clId="{72691606-6645-558F-9384-767C97C8F6E2}" dt="2026-10-09T03:05:21.331" v="492"/>
          <ac:picMkLst>
            <pc:docMk/>
            <pc:sldMk cId="173825389" sldId="1541"/>
            <ac:picMk id="33" creationId="{C44A9C6A-9BDF-6776-477B-C8FC429502D4}"/>
          </ac:picMkLst>
        </pc:picChg>
        <pc:picChg chg="add mod">
          <ac:chgData name="Wang, Qing" userId="fab44759-c2b6-46c8-af9d-3a50976e6378" providerId="ADAL" clId="{72691606-6645-558F-9384-767C97C8F6E2}" dt="2026-10-09T03:09:38.362" v="503"/>
          <ac:picMkLst>
            <pc:docMk/>
            <pc:sldMk cId="173825389" sldId="1541"/>
            <ac:picMk id="38" creationId="{0794C0A3-395A-9423-E51F-CE45C4E62DA8}"/>
          </ac:picMkLst>
        </pc:picChg>
      </pc:sldChg>
      <pc:sldChg chg="addSp delSp modSp mod modTransition modAnim modNotesTx">
        <pc:chgData name="Wang, Qing" userId="fab44759-c2b6-46c8-af9d-3a50976e6378" providerId="ADAL" clId="{72691606-6645-558F-9384-767C97C8F6E2}" dt="2026-10-09T02:43:48.618" v="449" actId="12"/>
        <pc:sldMkLst>
          <pc:docMk/>
          <pc:sldMk cId="444323548" sldId="1542"/>
        </pc:sldMkLst>
        <pc:spChg chg="mod">
          <ac:chgData name="Wang, Qing" userId="fab44759-c2b6-46c8-af9d-3a50976e6378" providerId="ADAL" clId="{72691606-6645-558F-9384-767C97C8F6E2}" dt="2026-10-09T02:43:45.738" v="448" actId="12"/>
          <ac:spMkLst>
            <pc:docMk/>
            <pc:sldMk cId="444323548" sldId="1542"/>
            <ac:spMk id="8" creationId="{CEC1903C-AB48-966D-564E-F030725C0467}"/>
          </ac:spMkLst>
        </pc:spChg>
        <pc:spChg chg="mod">
          <ac:chgData name="Wang, Qing" userId="fab44759-c2b6-46c8-af9d-3a50976e6378" providerId="ADAL" clId="{72691606-6645-558F-9384-767C97C8F6E2}" dt="2026-10-09T02:43:48.618" v="449" actId="12"/>
          <ac:spMkLst>
            <pc:docMk/>
            <pc:sldMk cId="444323548" sldId="1542"/>
            <ac:spMk id="9" creationId="{FEFADCE0-0D25-9937-8B0E-B866F4A25C85}"/>
          </ac:spMkLst>
        </pc:spChg>
        <pc:picChg chg="add del mod">
          <ac:chgData name="Wang, Qing" userId="fab44759-c2b6-46c8-af9d-3a50976e6378" providerId="ADAL" clId="{72691606-6645-558F-9384-767C97C8F6E2}" dt="2026-10-08T23:14:38.032" v="107"/>
          <ac:picMkLst>
            <pc:docMk/>
            <pc:sldMk cId="444323548" sldId="1542"/>
            <ac:picMk id="7" creationId="{555D66AF-387F-9F5A-F227-D452DAB33F31}"/>
          </ac:picMkLst>
        </pc:picChg>
        <pc:picChg chg="add del mod">
          <ac:chgData name="Wang, Qing" userId="fab44759-c2b6-46c8-af9d-3a50976e6378" providerId="ADAL" clId="{72691606-6645-558F-9384-767C97C8F6E2}" dt="2026-10-08T23:14:50.753" v="109"/>
          <ac:picMkLst>
            <pc:docMk/>
            <pc:sldMk cId="444323548" sldId="1542"/>
            <ac:picMk id="16" creationId="{94EB81B5-7697-6155-DB64-6BC3D00B8427}"/>
          </ac:picMkLst>
        </pc:picChg>
        <pc:picChg chg="add del mod">
          <ac:chgData name="Wang, Qing" userId="fab44759-c2b6-46c8-af9d-3a50976e6378" providerId="ADAL" clId="{72691606-6645-558F-9384-767C97C8F6E2}" dt="2026-10-08T23:15:50.332" v="111"/>
          <ac:picMkLst>
            <pc:docMk/>
            <pc:sldMk cId="444323548" sldId="1542"/>
            <ac:picMk id="20" creationId="{2EADF24F-D9C0-5C22-0A4E-8DD7D047CA90}"/>
          </ac:picMkLst>
        </pc:picChg>
        <pc:picChg chg="add del mod">
          <ac:chgData name="Wang, Qing" userId="fab44759-c2b6-46c8-af9d-3a50976e6378" providerId="ADAL" clId="{72691606-6645-558F-9384-767C97C8F6E2}" dt="2026-10-08T23:16:00.678" v="113"/>
          <ac:picMkLst>
            <pc:docMk/>
            <pc:sldMk cId="444323548" sldId="1542"/>
            <ac:picMk id="26" creationId="{11F0F753-C9F2-3DFE-507D-84296EBD7EEB}"/>
          </ac:picMkLst>
        </pc:picChg>
        <pc:picChg chg="add del mod">
          <ac:chgData name="Wang, Qing" userId="fab44759-c2b6-46c8-af9d-3a50976e6378" providerId="ADAL" clId="{72691606-6645-558F-9384-767C97C8F6E2}" dt="2026-10-08T23:16:26.520" v="115"/>
          <ac:picMkLst>
            <pc:docMk/>
            <pc:sldMk cId="444323548" sldId="1542"/>
            <ac:picMk id="30" creationId="{FD80AA6C-3457-649A-2969-34CF4C35A959}"/>
          </ac:picMkLst>
        </pc:picChg>
        <pc:picChg chg="add del mod">
          <ac:chgData name="Wang, Qing" userId="fab44759-c2b6-46c8-af9d-3a50976e6378" providerId="ADAL" clId="{72691606-6645-558F-9384-767C97C8F6E2}" dt="2026-10-08T23:16:34.856" v="117"/>
          <ac:picMkLst>
            <pc:docMk/>
            <pc:sldMk cId="444323548" sldId="1542"/>
            <ac:picMk id="34" creationId="{F94200CC-1D9F-AF09-3979-F790C31BC92D}"/>
          </ac:picMkLst>
        </pc:picChg>
        <pc:picChg chg="add del mod">
          <ac:chgData name="Wang, Qing" userId="fab44759-c2b6-46c8-af9d-3a50976e6378" providerId="ADAL" clId="{72691606-6645-558F-9384-767C97C8F6E2}" dt="2026-10-08T23:16:49.960" v="119"/>
          <ac:picMkLst>
            <pc:docMk/>
            <pc:sldMk cId="444323548" sldId="1542"/>
            <ac:picMk id="38" creationId="{70FE1A38-5DD6-DE3B-2752-41EFBC0ADEE9}"/>
          </ac:picMkLst>
        </pc:picChg>
        <pc:picChg chg="add del mod">
          <ac:chgData name="Wang, Qing" userId="fab44759-c2b6-46c8-af9d-3a50976e6378" providerId="ADAL" clId="{72691606-6645-558F-9384-767C97C8F6E2}" dt="2026-10-08T23:18:22.246" v="129"/>
          <ac:picMkLst>
            <pc:docMk/>
            <pc:sldMk cId="444323548" sldId="1542"/>
            <ac:picMk id="43" creationId="{A286C79C-1EDA-8A8F-2734-09E7313FE5B6}"/>
          </ac:picMkLst>
        </pc:picChg>
        <pc:picChg chg="add del mod">
          <ac:chgData name="Wang, Qing" userId="fab44759-c2b6-46c8-af9d-3a50976e6378" providerId="ADAL" clId="{72691606-6645-558F-9384-767C97C8F6E2}" dt="2026-10-08T23:19:04.332" v="131"/>
          <ac:picMkLst>
            <pc:docMk/>
            <pc:sldMk cId="444323548" sldId="1542"/>
            <ac:picMk id="47" creationId="{859996CD-9C46-FF6C-E547-6E3DD503BCD6}"/>
          </ac:picMkLst>
        </pc:picChg>
        <pc:picChg chg="add del mod">
          <ac:chgData name="Wang, Qing" userId="fab44759-c2b6-46c8-af9d-3a50976e6378" providerId="ADAL" clId="{72691606-6645-558F-9384-767C97C8F6E2}" dt="2026-10-08T23:19:17.427" v="133"/>
          <ac:picMkLst>
            <pc:docMk/>
            <pc:sldMk cId="444323548" sldId="1542"/>
            <ac:picMk id="54" creationId="{884D68F6-3751-C9B1-5CC6-114371AAE935}"/>
          </ac:picMkLst>
        </pc:picChg>
        <pc:picChg chg="add del mod">
          <ac:chgData name="Wang, Qing" userId="fab44759-c2b6-46c8-af9d-3a50976e6378" providerId="ADAL" clId="{72691606-6645-558F-9384-767C97C8F6E2}" dt="2026-10-08T23:19:28.755" v="135"/>
          <ac:picMkLst>
            <pc:docMk/>
            <pc:sldMk cId="444323548" sldId="1542"/>
            <ac:picMk id="58" creationId="{62785670-7291-B5A7-EE16-628A1C2EBE9B}"/>
          </ac:picMkLst>
        </pc:picChg>
        <pc:picChg chg="add del mod">
          <ac:chgData name="Wang, Qing" userId="fab44759-c2b6-46c8-af9d-3a50976e6378" providerId="ADAL" clId="{72691606-6645-558F-9384-767C97C8F6E2}" dt="2026-10-08T23:19:52.924" v="137"/>
          <ac:picMkLst>
            <pc:docMk/>
            <pc:sldMk cId="444323548" sldId="1542"/>
            <ac:picMk id="62" creationId="{480EDD03-0651-3C6A-3182-55B59DDE4023}"/>
          </ac:picMkLst>
        </pc:picChg>
        <pc:picChg chg="add del mod">
          <ac:chgData name="Wang, Qing" userId="fab44759-c2b6-46c8-af9d-3a50976e6378" providerId="ADAL" clId="{72691606-6645-558F-9384-767C97C8F6E2}" dt="2026-10-08T23:20:31.178" v="139"/>
          <ac:picMkLst>
            <pc:docMk/>
            <pc:sldMk cId="444323548" sldId="1542"/>
            <ac:picMk id="66" creationId="{4C3F7EF3-6CFE-BCEF-8657-2001E42A94F9}"/>
          </ac:picMkLst>
        </pc:picChg>
        <pc:picChg chg="add del mod">
          <ac:chgData name="Wang, Qing" userId="fab44759-c2b6-46c8-af9d-3a50976e6378" providerId="ADAL" clId="{72691606-6645-558F-9384-767C97C8F6E2}" dt="2026-10-08T23:20:40.999" v="141"/>
          <ac:picMkLst>
            <pc:docMk/>
            <pc:sldMk cId="444323548" sldId="1542"/>
            <ac:picMk id="72" creationId="{64CB5A82-8D43-52D9-3A4A-9065E8CEEA56}"/>
          </ac:picMkLst>
        </pc:picChg>
        <pc:picChg chg="add del mod">
          <ac:chgData name="Wang, Qing" userId="fab44759-c2b6-46c8-af9d-3a50976e6378" providerId="ADAL" clId="{72691606-6645-558F-9384-767C97C8F6E2}" dt="2026-10-08T23:21:12.422" v="143"/>
          <ac:picMkLst>
            <pc:docMk/>
            <pc:sldMk cId="444323548" sldId="1542"/>
            <ac:picMk id="76" creationId="{1DF904B9-F340-B467-F43B-44DCD40A821A}"/>
          </ac:picMkLst>
        </pc:picChg>
        <pc:picChg chg="add mod">
          <ac:chgData name="Wang, Qing" userId="fab44759-c2b6-46c8-af9d-3a50976e6378" providerId="ADAL" clId="{72691606-6645-558F-9384-767C97C8F6E2}" dt="2026-10-08T23:22:09.302" v="144"/>
          <ac:picMkLst>
            <pc:docMk/>
            <pc:sldMk cId="444323548" sldId="1542"/>
            <ac:picMk id="80" creationId="{FB88FABA-7870-D06B-1151-7897673C5E15}"/>
          </ac:picMkLst>
        </pc:picChg>
      </pc:sldChg>
      <pc:sldChg chg="addSp delSp modSp mod modTransition modAnim modNotesTx">
        <pc:chgData name="Wang, Qing" userId="fab44759-c2b6-46c8-af9d-3a50976e6378" providerId="ADAL" clId="{72691606-6645-558F-9384-767C97C8F6E2}" dt="2026-10-09T03:58:11.569" v="596"/>
        <pc:sldMkLst>
          <pc:docMk/>
          <pc:sldMk cId="330161346" sldId="1544"/>
        </pc:sldMkLst>
        <pc:spChg chg="mod">
          <ac:chgData name="Wang, Qing" userId="fab44759-c2b6-46c8-af9d-3a50976e6378" providerId="ADAL" clId="{72691606-6645-558F-9384-767C97C8F6E2}" dt="2026-10-09T02:42:41.023" v="443" actId="403"/>
          <ac:spMkLst>
            <pc:docMk/>
            <pc:sldMk cId="330161346" sldId="1544"/>
            <ac:spMk id="2" creationId="{705A9B88-1212-F0EA-C00B-266E330AA957}"/>
          </ac:spMkLst>
        </pc:spChg>
        <pc:spChg chg="mod topLvl">
          <ac:chgData name="Wang, Qing" userId="fab44759-c2b6-46c8-af9d-3a50976e6378" providerId="ADAL" clId="{72691606-6645-558F-9384-767C97C8F6E2}" dt="2026-10-09T02:41:54.823" v="424" actId="404"/>
          <ac:spMkLst>
            <pc:docMk/>
            <pc:sldMk cId="330161346" sldId="1544"/>
            <ac:spMk id="9" creationId="{C516C224-B76C-21B7-CA71-B53708569963}"/>
          </ac:spMkLst>
        </pc:spChg>
        <pc:spChg chg="mod topLvl">
          <ac:chgData name="Wang, Qing" userId="fab44759-c2b6-46c8-af9d-3a50976e6378" providerId="ADAL" clId="{72691606-6645-558F-9384-767C97C8F6E2}" dt="2026-10-09T03:03:49.141" v="487" actId="1076"/>
          <ac:spMkLst>
            <pc:docMk/>
            <pc:sldMk cId="330161346" sldId="1544"/>
            <ac:spMk id="11" creationId="{0062F1D5-F29D-9595-627A-618B01D168AA}"/>
          </ac:spMkLst>
        </pc:spChg>
        <pc:spChg chg="add mod">
          <ac:chgData name="Wang, Qing" userId="fab44759-c2b6-46c8-af9d-3a50976e6378" providerId="ADAL" clId="{72691606-6645-558F-9384-767C97C8F6E2}" dt="2026-10-09T02:42:30.200" v="437" actId="14100"/>
          <ac:spMkLst>
            <pc:docMk/>
            <pc:sldMk cId="330161346" sldId="1544"/>
            <ac:spMk id="15" creationId="{41C9B645-4043-07F1-5C49-2210513BB198}"/>
          </ac:spMkLst>
        </pc:spChg>
        <pc:grpChg chg="del mod">
          <ac:chgData name="Wang, Qing" userId="fab44759-c2b6-46c8-af9d-3a50976e6378" providerId="ADAL" clId="{72691606-6645-558F-9384-767C97C8F6E2}" dt="2026-10-09T02:41:40.577" v="418" actId="165"/>
          <ac:grpSpMkLst>
            <pc:docMk/>
            <pc:sldMk cId="330161346" sldId="1544"/>
            <ac:grpSpMk id="3" creationId="{BE30680D-74C5-1FE0-AAA1-F2C0AFAB7437}"/>
          </ac:grpSpMkLst>
        </pc:grpChg>
        <pc:grpChg chg="add mod">
          <ac:chgData name="Wang, Qing" userId="fab44759-c2b6-46c8-af9d-3a50976e6378" providerId="ADAL" clId="{72691606-6645-558F-9384-767C97C8F6E2}" dt="2026-10-09T02:41:59.295" v="425" actId="1076"/>
          <ac:grpSpMkLst>
            <pc:docMk/>
            <pc:sldMk cId="330161346" sldId="1544"/>
            <ac:grpSpMk id="14" creationId="{BC25B106-99F5-5EAE-7CAD-BF85B53C3940}"/>
          </ac:grpSpMkLst>
        </pc:grpChg>
        <pc:picChg chg="add del mod">
          <ac:chgData name="Wang, Qing" userId="fab44759-c2b6-46c8-af9d-3a50976e6378" providerId="ADAL" clId="{72691606-6645-558F-9384-767C97C8F6E2}" dt="2026-10-08T23:39:33.678" v="209"/>
          <ac:picMkLst>
            <pc:docMk/>
            <pc:sldMk cId="330161346" sldId="1544"/>
            <ac:picMk id="6" creationId="{E330856B-36BE-DDA3-BA02-929902982B6D}"/>
          </ac:picMkLst>
        </pc:picChg>
        <pc:picChg chg="mod topLvl">
          <ac:chgData name="Wang, Qing" userId="fab44759-c2b6-46c8-af9d-3a50976e6378" providerId="ADAL" clId="{72691606-6645-558F-9384-767C97C8F6E2}" dt="2026-10-09T02:41:46.226" v="419" actId="164"/>
          <ac:picMkLst>
            <pc:docMk/>
            <pc:sldMk cId="330161346" sldId="1544"/>
            <ac:picMk id="7" creationId="{0FA59F44-1F6A-F13F-5F78-C9579672CF48}"/>
          </ac:picMkLst>
        </pc:picChg>
        <pc:picChg chg="mod">
          <ac:chgData name="Wang, Qing" userId="fab44759-c2b6-46c8-af9d-3a50976e6378" providerId="ADAL" clId="{72691606-6645-558F-9384-767C97C8F6E2}" dt="2026-10-09T03:03:55.656" v="489" actId="1076"/>
          <ac:picMkLst>
            <pc:docMk/>
            <pc:sldMk cId="330161346" sldId="1544"/>
            <ac:picMk id="8" creationId="{9E64F8ED-E85A-E9BE-FAB2-010394BEB0AB}"/>
          </ac:picMkLst>
        </pc:picChg>
        <pc:picChg chg="add del mod">
          <ac:chgData name="Wang, Qing" userId="fab44759-c2b6-46c8-af9d-3a50976e6378" providerId="ADAL" clId="{72691606-6645-558F-9384-767C97C8F6E2}" dt="2026-10-09T03:38:40.387" v="565"/>
          <ac:picMkLst>
            <pc:docMk/>
            <pc:sldMk cId="330161346" sldId="1544"/>
            <ac:picMk id="17" creationId="{EA6520D4-F332-A788-5E4A-1AB0C172EF6D}"/>
          </ac:picMkLst>
        </pc:picChg>
        <pc:picChg chg="add del mod">
          <ac:chgData name="Wang, Qing" userId="fab44759-c2b6-46c8-af9d-3a50976e6378" providerId="ADAL" clId="{72691606-6645-558F-9384-767C97C8F6E2}" dt="2026-10-09T03:39:11.241" v="567"/>
          <ac:picMkLst>
            <pc:docMk/>
            <pc:sldMk cId="330161346" sldId="1544"/>
            <ac:picMk id="21" creationId="{6DF47089-F2E1-498D-05C2-46FCE6172BB7}"/>
          </ac:picMkLst>
        </pc:picChg>
        <pc:picChg chg="add del mod">
          <ac:chgData name="Wang, Qing" userId="fab44759-c2b6-46c8-af9d-3a50976e6378" providerId="ADAL" clId="{72691606-6645-558F-9384-767C97C8F6E2}" dt="2026-10-09T03:57:40.063" v="593"/>
          <ac:picMkLst>
            <pc:docMk/>
            <pc:sldMk cId="330161346" sldId="1544"/>
            <ac:picMk id="27" creationId="{540FA3C1-4003-CA11-3EB7-1A9000D5CDB6}"/>
          </ac:picMkLst>
        </pc:picChg>
        <pc:picChg chg="add del mod">
          <ac:chgData name="Wang, Qing" userId="fab44759-c2b6-46c8-af9d-3a50976e6378" providerId="ADAL" clId="{72691606-6645-558F-9384-767C97C8F6E2}" dt="2026-10-09T03:57:56.239" v="595"/>
          <ac:picMkLst>
            <pc:docMk/>
            <pc:sldMk cId="330161346" sldId="1544"/>
            <ac:picMk id="36" creationId="{C78FAE9A-65F1-4017-C588-374D4E45C2BB}"/>
          </ac:picMkLst>
        </pc:picChg>
        <pc:picChg chg="add mod">
          <ac:chgData name="Wang, Qing" userId="fab44759-c2b6-46c8-af9d-3a50976e6378" providerId="ADAL" clId="{72691606-6645-558F-9384-767C97C8F6E2}" dt="2026-10-09T03:58:11.569" v="596"/>
          <ac:picMkLst>
            <pc:docMk/>
            <pc:sldMk cId="330161346" sldId="1544"/>
            <ac:picMk id="40" creationId="{C8EC6648-F6C7-4525-F53A-04377594A7E8}"/>
          </ac:picMkLst>
        </pc:picChg>
        <pc:picChg chg="mod topLvl">
          <ac:chgData name="Wang, Qing" userId="fab44759-c2b6-46c8-af9d-3a50976e6378" providerId="ADAL" clId="{72691606-6645-558F-9384-767C97C8F6E2}" dt="2026-10-09T02:41:46.226" v="419" actId="164"/>
          <ac:picMkLst>
            <pc:docMk/>
            <pc:sldMk cId="330161346" sldId="1544"/>
            <ac:picMk id="51" creationId="{4AF1664E-5076-16EA-D2E8-8ABEFF4A2441}"/>
          </ac:picMkLst>
        </pc:picChg>
      </pc:sldChg>
      <pc:sldChg chg="new del">
        <pc:chgData name="Wang, Qing" userId="fab44759-c2b6-46c8-af9d-3a50976e6378" providerId="ADAL" clId="{72691606-6645-558F-9384-767C97C8F6E2}" dt="2026-10-09T03:04:22.292" v="491" actId="680"/>
        <pc:sldMkLst>
          <pc:docMk/>
          <pc:sldMk cId="559052264" sldId="1545"/>
        </pc:sldMkLst>
      </pc:sldChg>
      <pc:sldChg chg="add del">
        <pc:chgData name="Wang, Qing" userId="fab44759-c2b6-46c8-af9d-3a50976e6378" providerId="ADAL" clId="{72691606-6645-558F-9384-767C97C8F6E2}" dt="2026-10-09T03:02:57.794" v="464"/>
        <pc:sldMkLst>
          <pc:docMk/>
          <pc:sldMk cId="1262800084" sldId="1545"/>
        </pc:sldMkLst>
      </pc:sldChg>
      <pc:sldChg chg="add del">
        <pc:chgData name="Wang, Qing" userId="fab44759-c2b6-46c8-af9d-3a50976e6378" providerId="ADAL" clId="{72691606-6645-558F-9384-767C97C8F6E2}" dt="2026-10-09T03:03:03.398" v="468"/>
        <pc:sldMkLst>
          <pc:docMk/>
          <pc:sldMk cId="1357162789" sldId="1545"/>
        </pc:sldMkLst>
      </pc:sldChg>
    </pc:docChg>
  </pc:docChgLst>
  <pc:docChgLst>
    <pc:chgData name="Wang, Qing" userId="S::qxw5305@mavs.uta.edu::fab44759-c2b6-46c8-af9d-3a50976e6378" providerId="AD" clId="Web-{00000000-0000-0000-0000-000000000000}"/>
    <pc:docChg chg="modSld">
      <pc:chgData name="Wang, Qing" userId="S::qxw5305@mavs.uta.edu::fab44759-c2b6-46c8-af9d-3a50976e6378" providerId="AD" clId="Web-{00000000-0000-0000-0000-000000000000}" dt="2026-10-09T05:52:03.028" v="76" actId="1076"/>
      <pc:docMkLst>
        <pc:docMk/>
      </pc:docMkLst>
      <pc:sldChg chg="modSp modNotes">
        <pc:chgData name="Wang, Qing" userId="S::qxw5305@mavs.uta.edu::fab44759-c2b6-46c8-af9d-3a50976e6378" providerId="AD" clId="Web-{00000000-0000-0000-0000-000000000000}" dt="2026-10-09T05:43:58.669" v="1"/>
        <pc:sldMkLst>
          <pc:docMk/>
          <pc:sldMk cId="1393493840" sldId="257"/>
        </pc:sldMkLst>
        <pc:spChg chg="mod">
          <ac:chgData name="Wang, Qing" userId="S::qxw5305@mavs.uta.edu::fab44759-c2b6-46c8-af9d-3a50976e6378" providerId="AD" clId="Web-{00000000-0000-0000-0000-000000000000}" dt="2026-10-09T05:42:57.028" v="0" actId="20577"/>
          <ac:spMkLst>
            <pc:docMk/>
            <pc:sldMk cId="1393493840" sldId="257"/>
            <ac:spMk id="25" creationId="{0E2E6A60-7144-7F6C-E7E5-33080B9B51DB}"/>
          </ac:spMkLst>
        </pc:spChg>
      </pc:sldChg>
      <pc:sldChg chg="addSp modSp">
        <pc:chgData name="Wang, Qing" userId="S::qxw5305@mavs.uta.edu::fab44759-c2b6-46c8-af9d-3a50976e6378" providerId="AD" clId="Web-{00000000-0000-0000-0000-000000000000}" dt="2026-10-09T05:52:03.028" v="76" actId="1076"/>
        <pc:sldMkLst>
          <pc:docMk/>
          <pc:sldMk cId="4087641893" sldId="272"/>
        </pc:sldMkLst>
        <pc:spChg chg="add mod">
          <ac:chgData name="Wang, Qing" userId="S::qxw5305@mavs.uta.edu::fab44759-c2b6-46c8-af9d-3a50976e6378" providerId="AD" clId="Web-{00000000-0000-0000-0000-000000000000}" dt="2026-10-09T05:47:32.920" v="40" actId="1076"/>
          <ac:spMkLst>
            <pc:docMk/>
            <pc:sldMk cId="4087641893" sldId="272"/>
            <ac:spMk id="3" creationId="{DC54A79E-9BA1-40FE-B8EE-605E98B9B96E}"/>
          </ac:spMkLst>
        </pc:spChg>
        <pc:spChg chg="add mod">
          <ac:chgData name="Wang, Qing" userId="S::qxw5305@mavs.uta.edu::fab44759-c2b6-46c8-af9d-3a50976e6378" providerId="AD" clId="Web-{00000000-0000-0000-0000-000000000000}" dt="2026-10-09T05:52:03.028" v="76" actId="1076"/>
          <ac:spMkLst>
            <pc:docMk/>
            <pc:sldMk cId="4087641893" sldId="272"/>
            <ac:spMk id="6" creationId="{7E052A7E-BA92-0F51-8162-D63FB5E7105B}"/>
          </ac:spMkLst>
        </pc:spChg>
      </pc:sldChg>
      <pc:sldChg chg="addSp delSp modSp">
        <pc:chgData name="Wang, Qing" userId="S::qxw5305@mavs.uta.edu::fab44759-c2b6-46c8-af9d-3a50976e6378" providerId="AD" clId="Web-{00000000-0000-0000-0000-000000000000}" dt="2026-10-09T05:51:48.513" v="75" actId="20577"/>
        <pc:sldMkLst>
          <pc:docMk/>
          <pc:sldMk cId="2531429411" sldId="273"/>
        </pc:sldMkLst>
        <pc:spChg chg="mod">
          <ac:chgData name="Wang, Qing" userId="S::qxw5305@mavs.uta.edu::fab44759-c2b6-46c8-af9d-3a50976e6378" providerId="AD" clId="Web-{00000000-0000-0000-0000-000000000000}" dt="2026-10-09T05:51:48.513" v="75" actId="20577"/>
          <ac:spMkLst>
            <pc:docMk/>
            <pc:sldMk cId="2531429411" sldId="273"/>
            <ac:spMk id="2" creationId="{197E7F50-6D99-358D-28D9-334483BF1ACD}"/>
          </ac:spMkLst>
        </pc:spChg>
        <pc:spChg chg="add del mod">
          <ac:chgData name="Wang, Qing" userId="S::qxw5305@mavs.uta.edu::fab44759-c2b6-46c8-af9d-3a50976e6378" providerId="AD" clId="Web-{00000000-0000-0000-0000-000000000000}" dt="2026-10-09T05:49:17.232" v="50"/>
          <ac:spMkLst>
            <pc:docMk/>
            <pc:sldMk cId="2531429411" sldId="273"/>
            <ac:spMk id="3" creationId="{48CAE673-C39E-657E-D12E-2DA1095DE495}"/>
          </ac:spMkLst>
        </pc:spChg>
        <pc:spChg chg="mod">
          <ac:chgData name="Wang, Qing" userId="S::qxw5305@mavs.uta.edu::fab44759-c2b6-46c8-af9d-3a50976e6378" providerId="AD" clId="Web-{00000000-0000-0000-0000-000000000000}" dt="2026-10-09T05:50:35.966" v="74" actId="20577"/>
          <ac:spMkLst>
            <pc:docMk/>
            <pc:sldMk cId="2531429411" sldId="273"/>
            <ac:spMk id="42" creationId="{943FD70F-B5D1-D026-5C6C-D7D31E77AB46}"/>
          </ac:spMkLst>
        </pc:spChg>
        <pc:picChg chg="mod">
          <ac:chgData name="Wang, Qing" userId="S::qxw5305@mavs.uta.edu::fab44759-c2b6-46c8-af9d-3a50976e6378" providerId="AD" clId="Web-{00000000-0000-0000-0000-000000000000}" dt="2026-10-09T05:48:44.841" v="42" actId="1076"/>
          <ac:picMkLst>
            <pc:docMk/>
            <pc:sldMk cId="2531429411" sldId="273"/>
            <ac:picMk id="6" creationId="{AFEAE657-679F-6760-655B-7AB972CE74F9}"/>
          </ac:picMkLst>
        </pc:picChg>
      </pc:sldChg>
    </pc:docChg>
  </pc:docChgLst>
  <pc:docChgLst>
    <pc:chgData name="Wang, Qing" userId="S::qxw5305@mavs.uta.edu::fab44759-c2b6-46c8-af9d-3a50976e6378" providerId="AD" clId="Web-{37820A21-3D16-7E6F-5033-F065D8CD80D0}"/>
    <pc:docChg chg="modSld">
      <pc:chgData name="Wang, Qing" userId="S::qxw5305@mavs.uta.edu::fab44759-c2b6-46c8-af9d-3a50976e6378" providerId="AD" clId="Web-{37820A21-3D16-7E6F-5033-F065D8CD80D0}" dt="2026-10-09T06:31:40.710" v="10" actId="20577"/>
      <pc:docMkLst>
        <pc:docMk/>
      </pc:docMkLst>
      <pc:sldChg chg="addSp delSp modSp">
        <pc:chgData name="Wang, Qing" userId="S::qxw5305@mavs.uta.edu::fab44759-c2b6-46c8-af9d-3a50976e6378" providerId="AD" clId="Web-{37820A21-3D16-7E6F-5033-F065D8CD80D0}" dt="2026-10-09T06:31:40.710" v="10" actId="20577"/>
        <pc:sldMkLst>
          <pc:docMk/>
          <pc:sldMk cId="1393493840" sldId="257"/>
        </pc:sldMkLst>
        <pc:spChg chg="mod">
          <ac:chgData name="Wang, Qing" userId="S::qxw5305@mavs.uta.edu::fab44759-c2b6-46c8-af9d-3a50976e6378" providerId="AD" clId="Web-{37820A21-3D16-7E6F-5033-F065D8CD80D0}" dt="2026-10-09T06:31:40.710" v="10" actId="20577"/>
          <ac:spMkLst>
            <pc:docMk/>
            <pc:sldMk cId="1393493840" sldId="257"/>
            <ac:spMk id="25" creationId="{0E2E6A60-7144-7F6C-E7E5-33080B9B51DB}"/>
          </ac:spMkLst>
        </pc:spChg>
        <pc:spChg chg="mod">
          <ac:chgData name="Wang, Qing" userId="S::qxw5305@mavs.uta.edu::fab44759-c2b6-46c8-af9d-3a50976e6378" providerId="AD" clId="Web-{37820A21-3D16-7E6F-5033-F065D8CD80D0}" dt="2026-10-09T06:30:36.507" v="6" actId="20577"/>
          <ac:spMkLst>
            <pc:docMk/>
            <pc:sldMk cId="1393493840" sldId="257"/>
            <ac:spMk id="41" creationId="{281B21DB-017E-A20E-AAF0-73F8637B9869}"/>
          </ac:spMkLst>
        </pc:spChg>
        <pc:picChg chg="add mod">
          <ac:chgData name="Wang, Qing" userId="S::qxw5305@mavs.uta.edu::fab44759-c2b6-46c8-af9d-3a50976e6378" providerId="AD" clId="Web-{37820A21-3D16-7E6F-5033-F065D8CD80D0}" dt="2026-10-09T06:30:11.694" v="5" actId="1076"/>
          <ac:picMkLst>
            <pc:docMk/>
            <pc:sldMk cId="1393493840" sldId="257"/>
            <ac:picMk id="15" creationId="{83A2FB01-EB91-C49F-B3B7-D57AFCF6CD75}"/>
          </ac:picMkLst>
        </pc:picChg>
        <pc:picChg chg="del mod">
          <ac:chgData name="Wang, Qing" userId="S::qxw5305@mavs.uta.edu::fab44759-c2b6-46c8-af9d-3a50976e6378" providerId="AD" clId="Web-{37820A21-3D16-7E6F-5033-F065D8CD80D0}" dt="2026-10-09T06:29:59.507" v="1"/>
          <ac:picMkLst>
            <pc:docMk/>
            <pc:sldMk cId="1393493840" sldId="257"/>
            <ac:picMk id="38" creationId="{67E36686-EB6B-813E-3871-EC7F9D579A59}"/>
          </ac:picMkLst>
        </pc:picChg>
      </pc:sldChg>
    </pc:docChg>
  </pc:docChgLst>
  <pc:docChgLst>
    <pc:chgData name="Wang, Qing" userId="S::qxw5305@mavs.uta.edu::fab44759-c2b6-46c8-af9d-3a50976e6378" providerId="AD" clId="Web-{00D59252-80CC-EB62-9734-BC8D19AB160E}"/>
    <pc:docChg chg="modSld">
      <pc:chgData name="Wang, Qing" userId="S::qxw5305@mavs.uta.edu::fab44759-c2b6-46c8-af9d-3a50976e6378" providerId="AD" clId="Web-{00D59252-80CC-EB62-9734-BC8D19AB160E}" dt="2026-10-09T04:55:00.569" v="1" actId="20577"/>
      <pc:docMkLst>
        <pc:docMk/>
      </pc:docMkLst>
      <pc:sldChg chg="modSp">
        <pc:chgData name="Wang, Qing" userId="S::qxw5305@mavs.uta.edu::fab44759-c2b6-46c8-af9d-3a50976e6378" providerId="AD" clId="Web-{00D59252-80CC-EB62-9734-BC8D19AB160E}" dt="2026-10-09T04:55:00.569" v="1" actId="20577"/>
        <pc:sldMkLst>
          <pc:docMk/>
          <pc:sldMk cId="3504016890" sldId="267"/>
        </pc:sldMkLst>
        <pc:spChg chg="mod">
          <ac:chgData name="Wang, Qing" userId="S::qxw5305@mavs.uta.edu::fab44759-c2b6-46c8-af9d-3a50976e6378" providerId="AD" clId="Web-{00D59252-80CC-EB62-9734-BC8D19AB160E}" dt="2026-10-09T04:55:00.569" v="1" actId="20577"/>
          <ac:spMkLst>
            <pc:docMk/>
            <pc:sldMk cId="3504016890" sldId="267"/>
            <ac:spMk id="42" creationId="{4ADAB544-0226-D215-CADB-C2BD3C6DE0A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2424D-6577-024C-9C1F-FBF6C2CFD12E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AAEB6B-385A-FB48-B692-895B09496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41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Hello, everyone. I’m Qing Wang from The University of Texas at Arlington.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I’m going to present our work, “What Gets Unmasked First? Trajectory Analysis of Diffusion Models for Graph-to-Text Generation.”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>
              <a:solidFill>
                <a:srgbClr val="13409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DA3FF-4891-9B47-8D42-6A23D621E2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134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graph-to-text generation, the input is a graph including entities and relations, and the goal is to convert these structured facts into fluent natural-language descriptions.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good model should express the information in the graph accurately.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two common problems are hallucination and omission.</a:t>
            </a:r>
          </a:p>
          <a:p>
            <a:pPr lvl="0"/>
            <a:r>
              <a:rPr lang="en-US" b="1" dirty="0"/>
              <a:t>Hallucination is The generated text contains  entities, or relations that are not supported by the input graph.</a:t>
            </a:r>
          </a:p>
          <a:p>
            <a:pPr lvl="0"/>
            <a:r>
              <a:rPr lang="en-US" b="0" dirty="0"/>
              <a:t>Omission is  The generated text fails to mention entities, or relations that are present in the input graph.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factual faithfulness is particularly important for this task.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AAEB6B-385A-FB48-B692-895B094966E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242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Graph-to-text generation has traditionally been approached with autoregressive models, but masked diffusion language models provide a different generation mechanism that may offer new opportunities for controlling factual generation.</a:t>
            </a:r>
          </a:p>
          <a:p>
            <a:r>
              <a:rPr lang="en-US" b="0" dirty="0"/>
              <a:t>Instead of committing to text strictly from left to right, diffusion models can revise and reveal different positions over multiple denoising steps.</a:t>
            </a:r>
          </a:p>
          <a:p>
            <a:r>
              <a:rPr lang="en-US" b="0" dirty="0"/>
              <a:t>So here, we compare two generation mechanism.</a:t>
            </a:r>
          </a:p>
          <a:p>
            <a:r>
              <a:rPr lang="en-US" b="0" dirty="0"/>
              <a:t>Because diffusion models are free to decide which positions to reveal first, they introduce an additional question:</a:t>
            </a:r>
          </a:p>
          <a:p>
            <a:r>
              <a:rPr lang="en-US" b="0" dirty="0"/>
              <a:t>In graph-to-text generation, which graph information is revealed first during diffusion decoding?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AAEB6B-385A-FB48-B692-895B094966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71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study this question, we use five categories: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entity, relation, stop word, punctuation, and other.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allows us to separately track when different types of graph information appear during the generation process.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AAEB6B-385A-FB48-B692-895B094966E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20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Next, we record the commitment time of every generated token.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token, we record the denoising step at which the model commits to that token. We then aggregate these commitment times by token category.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observation is that masked diffusion models show a clear entity-first generation pattern. Entities tend to be committed early, and relations tend to appear later.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AAEB6B-385A-FB48-B692-895B094966E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5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we observe something interesting after supervised fine-tuning.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fine-tuning,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generates about 60.9 percent of its content before the first period. After supervised fine-tuning, this number drops to only 17.8 percent.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model tends to commit to sentence structure too early, before enough semantic content has been established.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refer to this behavior as premature structural commitment.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punctuation or sentence-ending tokens are committed too early, the remaining generation may become constrained, increasing the risk of missing graph information.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 on this observation, we introduce the lambda-scaled structural decoding.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each denoising step, before committing tokens, we reduce the confidence of structural tokens by multiplying their scores by a lambda between zero and one.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Non-structural tokens remain unchanged. And no additional training.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After applying </a:t>
            </a:r>
            <a:r>
              <a:rPr lang="en-US" b="0" dirty="0" err="1"/>
              <a:t>λ</a:t>
            </a:r>
            <a:r>
              <a:rPr lang="en-US" b="0" dirty="0"/>
              <a:t>-scaled decoding, BLEU</a:t>
            </a:r>
            <a:r>
              <a:rPr lang="zh-CN" altLang="en-US" b="0" dirty="0"/>
              <a:t> </a:t>
            </a:r>
            <a:r>
              <a:rPr lang="en-US" altLang="zh-CN" b="0" dirty="0"/>
              <a:t>4</a:t>
            </a:r>
            <a:r>
              <a:rPr lang="en-US" b="0" dirty="0"/>
              <a:t> increases from 44.3 to 53.7.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AAEB6B-385A-FB48-B692-895B094966E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39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then ask another question: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we make the diffusion model use the graph structure itself more directly?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address this, we propose Graph-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 graph-aware diffusion model that combines a Graph Transformer with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Graph Transformer encodes the structured input graph,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 projection module maps the graph representation into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LLaDA’s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embedding space.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 is performed in two stages.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Stage 1, we freeze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train the Graph Transformer and the projector.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goal is to align graph representations with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LLaDA’s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representation space.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Stage 2, we freeze the Graph Transformer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train the projector together with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adapters 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purpose of Graph-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to incorporate graph structure into diffusion generation, rather than relying only on a serialized textual representation of the graph.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AAEB6B-385A-FB48-B692-895B094966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840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evaluate these models on two graph-to-text datasets.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WebNLG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 human-annotated benchmark dataset, and LAGRANGE is an automatically constructed dataset.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compare three groups of models: including, autoregressive LLMs  , masked diffusion models and supervised graph-to-text models.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AAEB6B-385A-FB48-B692-895B094966E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1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automatic evaluation, we use standard metrics.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metrics are limited in capturing factual errors.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we additionally conducted human evaluation and used LLM judges.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AAEB6B-385A-FB48-B692-895B094966E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3998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three important observations from the main results.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supervised graph-to-text models perform very strongly in-domain, but their performance drops substantially when transferred across datasets.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supervised fine-tuning improves both autoregressive and diffusion models.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among the diffusion models, Graph-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gives the strongest overall results.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AAEB6B-385A-FB48-B692-895B094966E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2110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then evaluate cross-domain generalization by training the models on </a:t>
            </a:r>
            <a:r>
              <a:rPr lang="en-US" dirty="0" err="1"/>
              <a:t>WebNLG</a:t>
            </a:r>
            <a:r>
              <a:rPr lang="en-US" dirty="0"/>
              <a:t> and testing them on LAGRANGE. Here, Graph-</a:t>
            </a:r>
            <a:r>
              <a:rPr lang="en-US" dirty="0" err="1"/>
              <a:t>LLaDA</a:t>
            </a:r>
            <a:r>
              <a:rPr lang="en-US" dirty="0"/>
              <a:t> achieves the best overall cross-domain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AAEB6B-385A-FB48-B692-895B094966E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7964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also analyze how lambda affects the decoding trajectory.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lambda becomes smaller, structural tokens such as punctuation and EOS are committed later.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lambda is not simply changing the final evaluation score. It is directly changing how the model organizes generation over time.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AAEB6B-385A-FB48-B692-895B094966E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5334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compare pairwise win rates for fluency, hallucination, and omission.</a:t>
            </a:r>
          </a:p>
          <a:p>
            <a:r>
              <a:rPr lang="en-US" dirty="0"/>
              <a:t>One interesting observation is that supervised systems such as GAP perform well in fluency, but are generally weaker in terms of hallucination and omission.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AAEB6B-385A-FB48-B692-895B094966E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2094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conclude, I want to highlight three findings.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we find that masked diffusion language models naturally follow an entity-first generation trajectory.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we find that supervised fine-tuning can disrupt this behavior and cause premature structural commitment. We introduce lambda-scaled structural decoding, a simple training-free approach that delays structural tokens and improves generation quality.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we propose Graph-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graph-aware diffusion model that incorporates graph structure into the generation process. Graph-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improves both graph-to-text generation quality and cross-domain generalization.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AAEB6B-385A-FB48-B692-895B094966E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1902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We thank the NSF</a:t>
            </a:r>
            <a:r>
              <a:rPr lang="zh-CN" altLang="en-US" b="0" dirty="0"/>
              <a:t> </a:t>
            </a:r>
            <a:r>
              <a:rPr lang="en-US" b="0" dirty="0"/>
              <a:t>for its support and TACC for providing computing resources.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AAEB6B-385A-FB48-B692-895B094966E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294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5C3F4-94D7-88B9-B13C-8978B910B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CD643B-12D7-1367-1E24-22B96AEB6E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5863B-6463-C025-0040-2D3BF170A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0BD42-40C6-3D6F-F44D-894DC19E9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6AF8B-D10C-B43B-73E6-DEC87133D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62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0CD86-8885-6DEB-E329-DC101592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03FC9-F12C-8D1B-6C86-C9661E760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E4B67-AFCD-B767-DCBE-53AB8B539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4D8DC-ED74-3C23-0F36-121C711A8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65981-C243-F8B8-EFA1-589FFBE29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671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084F5-98BB-89A5-41F5-E882C40CE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6AA50-ECC0-A29F-093B-B9B4D6B96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0E297-9007-718A-EDE1-452ACAB16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29A27-D6C3-5B6B-9C30-4CE85146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27810-687A-39BF-28C3-34C97966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659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97C22-61E2-279D-D13C-122B41DCD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5C62D-E3F5-76C8-488E-2799410E6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91B516-0B8B-79B2-683D-85FD2444B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23462-B974-961E-661B-59F1C1A02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27796-4798-50A9-892C-243156DEC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395BE-E3F8-1DA5-0522-05F36C0A2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32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DB03B-FCBE-997E-6490-A118DFA1F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93800-630E-C921-D206-BDE97DDC9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7EDAFB-E290-C63E-3CD1-27ADDB16C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4DF139-00CD-74BA-9B60-7263FBEB7D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7B8C2E-2065-87FD-9A23-A0718A4C5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E99BE9-4ADB-0FFF-6212-5D5586250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FEAAF4-020B-9827-FEAA-8D072AAE1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64227-DD47-33C2-2788-9BF30DF96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296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B4C33-C820-B632-789C-6443257B6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3E37F-7796-0EA5-5F56-FCAFB2589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CE9B8-1A68-260A-AFB3-8480B68A4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FC1A3-6635-4DFE-C8EA-2B19B55FB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28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8B603A-780C-40D9-A3F4-4BEC7E138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E8036B-5D9E-2E68-2D21-0B2FD0627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D5FA6-0408-CCD1-2CEC-67C61BA67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8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7AB48-2995-9714-E1D2-FC960C3CC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28C87-583B-50C6-303B-0AEDEEB55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39A42-82E0-9144-A4AB-A924AE6AA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D274E-3933-88FD-3A96-017E6A890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341DA-D57F-1B8E-F4A8-AEEDE480E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D23BD-9B17-4771-DBAA-612C2A154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2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C4131-66D0-8F3B-60FB-D70C3E077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0D001A-EC9B-278C-2B9F-AC915405D8D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38A5E-BE5D-7CCF-2E8E-F2A66F192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DB2C5-6543-2860-0D95-61FF89BC7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4EE4B-F9B8-194E-08B0-DE5B27B5B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69A9B-E4BD-5B2E-B27E-2CA68F47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106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9ADDF-D078-7FAA-FA39-AA7E1AA90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2F7D3E-6427-CFF0-E260-E91A14CF9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89F84-AABE-7F13-0EAC-D169227A0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C3159-EEA5-3C9D-0F75-B254DEA1C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E1494-65DF-6DB0-D64A-056A8542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322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F295E3-7EF5-AAE9-3D06-F4D400808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C322C4-E964-0D7C-CD5C-08A20FA1F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F7F21-7354-3A95-6A4F-C01D6150E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408A7-28B5-FE92-569C-E0136DD44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DF45F-E4F4-6FB7-9E37-2E285BB1F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652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271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5B1B88-7B42-DDC0-2D65-28DA91A99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B4927-02D5-549F-447F-7FE9636C7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4D328-4428-AC79-8F20-6DF378F978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DD2F7-7180-6017-E4D2-B6D7352E92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A4046-A7B7-5DC5-4AFB-4A551599B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5862" y="6356349"/>
            <a:ext cx="10326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FF2E5F-6024-064A-B2D4-6ED068CF9315}" type="slidenum">
              <a:rPr lang="en-US" smtClean="0"/>
              <a:pPr/>
              <a:t>‹#›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953545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4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emf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6.emf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3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17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18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19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715" y="1697516"/>
            <a:ext cx="107645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13409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Gets Unmasked First? Trajectory Analysis of Diffusion Models for Graph-to-Text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3052750"/>
            <a:ext cx="11379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Qing Wang, Jacob Devasier, </a:t>
            </a:r>
            <a:r>
              <a:rPr lang="en-US" sz="28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Chengkai</a:t>
            </a:r>
            <a:r>
              <a:rPr lang="en-US" sz="28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Li</a:t>
            </a:r>
            <a:endParaRPr lang="en-US" sz="28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2800"/>
              <a:t>The University of Texas at Arlington</a:t>
            </a:r>
          </a:p>
          <a:p>
            <a:pPr algn="ctr"/>
            <a:endParaRPr lang="en-US" sz="2800"/>
          </a:p>
          <a:p>
            <a:pPr algn="ctr"/>
            <a:r>
              <a:rPr lang="en-US" sz="2800"/>
              <a:t>EMNLP 2026 Findings</a:t>
            </a:r>
          </a:p>
          <a:p>
            <a:pPr algn="ctr"/>
            <a:r>
              <a:rPr lang="en-US" sz="2800"/>
              <a:t>Budapest, Hungary</a:t>
            </a:r>
          </a:p>
          <a:p>
            <a:pPr algn="ctr"/>
            <a:r>
              <a:rPr lang="en-US" sz="2800"/>
              <a:t>October 24th </a:t>
            </a:r>
            <a:r>
              <a:rPr lang="zh-CN" altLang="en-US" sz="2800"/>
              <a:t>～</a:t>
            </a:r>
            <a:r>
              <a:rPr lang="en-US" sz="2800"/>
              <a:t> 29th, 2026</a:t>
            </a:r>
          </a:p>
          <a:p>
            <a:pPr algn="ctr"/>
            <a:endParaRPr lang="en-US" sz="2800"/>
          </a:p>
          <a:p>
            <a:pPr algn="ctr"/>
            <a:r>
              <a:rPr lang="en-US" sz="2800"/>
              <a:t>Presented by: Qing Wang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937300" y="2752372"/>
            <a:ext cx="6515952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IDIR – University of Texas at Arlington">
            <a:extLst>
              <a:ext uri="{FF2B5EF4-FFF2-40B4-BE49-F238E27FC236}">
                <a16:creationId xmlns:a16="http://schemas.microsoft.com/office/drawing/2014/main" id="{81F01FF3-6304-3761-FA8E-6474D2E925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4637" y="156804"/>
            <a:ext cx="1475232" cy="6048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54086B-F8F0-C1C6-FC3A-1D2795D44B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055" y="143818"/>
            <a:ext cx="3546821" cy="617831"/>
          </a:xfrm>
          <a:prstGeom prst="rect">
            <a:avLst/>
          </a:prstGeom>
        </p:spPr>
      </p:pic>
      <p:pic>
        <p:nvPicPr>
          <p:cNvPr id="38" name="Audio 37">
            <a:extLst>
              <a:ext uri="{FF2B5EF4-FFF2-40B4-BE49-F238E27FC236}">
                <a16:creationId xmlns:a16="http://schemas.microsoft.com/office/drawing/2014/main" id="{0794C0A3-395A-9423-E51F-CE45C4E62D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25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4784">
        <p:fade/>
      </p:transition>
    </mc:Choice>
    <mc:Fallback xmlns="">
      <p:transition spd="med" advTm="1478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 descr="IDIR – University of Texas at Arlington">
            <a:extLst>
              <a:ext uri="{FF2B5EF4-FFF2-40B4-BE49-F238E27FC236}">
                <a16:creationId xmlns:a16="http://schemas.microsoft.com/office/drawing/2014/main" id="{CFA4955F-59AC-EC35-05C9-3D6CB8E1AF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8816" y="216409"/>
            <a:ext cx="1475232" cy="60484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EDDB4DC-5C5F-9E8F-169A-223B4341915B}"/>
              </a:ext>
            </a:extLst>
          </p:cNvPr>
          <p:cNvGrpSpPr/>
          <p:nvPr/>
        </p:nvGrpSpPr>
        <p:grpSpPr>
          <a:xfrm>
            <a:off x="6908682" y="2285751"/>
            <a:ext cx="4723990" cy="2984292"/>
            <a:chOff x="6841469" y="2700796"/>
            <a:chExt cx="5234267" cy="2984292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160B5EE-FD04-72D6-DC20-65BE60670A2D}"/>
                </a:ext>
              </a:extLst>
            </p:cNvPr>
            <p:cNvSpPr/>
            <p:nvPr/>
          </p:nvSpPr>
          <p:spPr>
            <a:xfrm>
              <a:off x="6841469" y="2700796"/>
              <a:ext cx="5234266" cy="1532376"/>
            </a:xfrm>
            <a:prstGeom prst="roundRect">
              <a:avLst>
                <a:gd name="adj" fmla="val 7165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endParaRPr lang="en-US" sz="60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E2E6A60-7144-7F6C-E7E5-33080B9B51DB}"/>
                </a:ext>
              </a:extLst>
            </p:cNvPr>
            <p:cNvSpPr txBox="1"/>
            <p:nvPr/>
          </p:nvSpPr>
          <p:spPr>
            <a:xfrm>
              <a:off x="6982737" y="2707586"/>
              <a:ext cx="5092999" cy="147732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>
                  <a:ea typeface="+mn-lt"/>
                  <a:cs typeface="+mn-lt"/>
                </a:rPr>
                <a:t>Ray Griggs, who was born in 1974, </a:t>
              </a:r>
              <a:r>
                <a:rPr lang="en-US">
                  <a:solidFill>
                    <a:srgbClr val="FF0000"/>
                  </a:solidFill>
                  <a:ea typeface="+mn-lt"/>
                  <a:cs typeface="+mn-lt"/>
                </a:rPr>
                <a:t>is the director of the film `Super Capers'.</a:t>
              </a:r>
              <a:r>
                <a:rPr lang="en-US">
                  <a:ea typeface="+mn-lt"/>
                  <a:cs typeface="+mn-lt"/>
                </a:rPr>
                <a:t> He is also the writer of the film `Super Capers' which stars Tom Sizemore. The film 'Super Capers' stars Michael Rocker and Tom Sizemore.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53DE3505-F3EF-F1CC-1695-7F74711E55EC}"/>
                </a:ext>
              </a:extLst>
            </p:cNvPr>
            <p:cNvSpPr/>
            <p:nvPr/>
          </p:nvSpPr>
          <p:spPr>
            <a:xfrm>
              <a:off x="6841469" y="5033355"/>
              <a:ext cx="5234266" cy="648293"/>
            </a:xfrm>
            <a:prstGeom prst="roundRect">
              <a:avLst>
                <a:gd name="adj" fmla="val 7165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endParaRPr lang="en-US" sz="60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81B21DB-017E-A20E-AAF0-73F8637B9869}"/>
                </a:ext>
              </a:extLst>
            </p:cNvPr>
            <p:cNvSpPr txBox="1"/>
            <p:nvPr/>
          </p:nvSpPr>
          <p:spPr>
            <a:xfrm>
              <a:off x="6982736" y="5038757"/>
              <a:ext cx="4767269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>
                  <a:ea typeface="+mn-lt"/>
                  <a:cs typeface="+mn-lt"/>
                </a:rPr>
                <a:t>Super Capers stars Michael Goulding and </a:t>
              </a:r>
              <a:r>
                <a:rPr lang="en-US" err="1">
                  <a:ea typeface="+mn-lt"/>
                  <a:cs typeface="+mn-lt"/>
                </a:rPr>
                <a:t>Tomizemore</a:t>
              </a:r>
              <a:r>
                <a:rPr lang="en-US">
                  <a:ea typeface="+mn-lt"/>
                  <a:cs typeface="+mn-lt"/>
                </a:rPr>
                <a:t>.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A53D7C3-521B-A038-0032-DFF0D809B726}"/>
              </a:ext>
            </a:extLst>
          </p:cNvPr>
          <p:cNvSpPr/>
          <p:nvPr/>
        </p:nvSpPr>
        <p:spPr>
          <a:xfrm>
            <a:off x="1123030" y="6296240"/>
            <a:ext cx="2060403" cy="425234"/>
          </a:xfrm>
          <a:prstGeom prst="rect">
            <a:avLst/>
          </a:prstGeom>
          <a:solidFill>
            <a:srgbClr val="F8ED9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Graph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BAE308-15C0-7759-91F7-DC21D4D4D64F}"/>
              </a:ext>
            </a:extLst>
          </p:cNvPr>
          <p:cNvSpPr/>
          <p:nvPr/>
        </p:nvSpPr>
        <p:spPr>
          <a:xfrm>
            <a:off x="8442960" y="6296240"/>
            <a:ext cx="1782929" cy="42523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87A34E4-EAD6-79ED-7F28-D47BBFC28C90}"/>
              </a:ext>
            </a:extLst>
          </p:cNvPr>
          <p:cNvSpPr/>
          <p:nvPr/>
        </p:nvSpPr>
        <p:spPr>
          <a:xfrm>
            <a:off x="4346048" y="3567253"/>
            <a:ext cx="1824719" cy="95587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Graph to Text Model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9D77C3A2-19BC-B570-19A9-F0CE568056DE}"/>
              </a:ext>
            </a:extLst>
          </p:cNvPr>
          <p:cNvSpPr/>
          <p:nvPr/>
        </p:nvSpPr>
        <p:spPr>
          <a:xfrm>
            <a:off x="3866180" y="3968987"/>
            <a:ext cx="356323" cy="1620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597C3AF8-D18E-ADB6-67DF-FC10A38221E4}"/>
              </a:ext>
            </a:extLst>
          </p:cNvPr>
          <p:cNvSpPr/>
          <p:nvPr/>
        </p:nvSpPr>
        <p:spPr>
          <a:xfrm>
            <a:off x="6294311" y="3968987"/>
            <a:ext cx="356323" cy="1620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EF60F4-A99B-6F37-B9F0-AB885465931F}"/>
              </a:ext>
            </a:extLst>
          </p:cNvPr>
          <p:cNvSpPr txBox="1"/>
          <p:nvPr/>
        </p:nvSpPr>
        <p:spPr>
          <a:xfrm>
            <a:off x="10092441" y="3818127"/>
            <a:ext cx="1540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>
                <a:solidFill>
                  <a:srgbClr val="FF0000"/>
                </a:solidFill>
              </a:rPr>
              <a:t>Hallucination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67484B-FB1F-77F6-68F2-7D19541C15D3}"/>
              </a:ext>
            </a:extLst>
          </p:cNvPr>
          <p:cNvSpPr txBox="1"/>
          <p:nvPr/>
        </p:nvSpPr>
        <p:spPr>
          <a:xfrm>
            <a:off x="10092441" y="5338802"/>
            <a:ext cx="1540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>
                <a:solidFill>
                  <a:srgbClr val="FF0000"/>
                </a:solidFill>
              </a:rPr>
              <a:t>Omission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2161FA-3977-533D-75E0-49070CBE239E}"/>
              </a:ext>
            </a:extLst>
          </p:cNvPr>
          <p:cNvSpPr txBox="1"/>
          <p:nvPr/>
        </p:nvSpPr>
        <p:spPr>
          <a:xfrm>
            <a:off x="377951" y="1096453"/>
            <a:ext cx="111905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v"/>
            </a:pPr>
            <a:r>
              <a:rPr lang="en-US" sz="2800">
                <a:solidFill>
                  <a:schemeClr val="tx2">
                    <a:lumMod val="90000"/>
                    <a:lumOff val="10000"/>
                  </a:schemeClr>
                </a:solidFill>
              </a:rPr>
              <a:t>It converts structured graph facts into natural-language descriptions.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2800">
                <a:solidFill>
                  <a:schemeClr val="tx2">
                    <a:lumMod val="90000"/>
                    <a:lumOff val="10000"/>
                  </a:schemeClr>
                </a:solidFill>
              </a:rPr>
              <a:t>Factual faithfulness is important.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A2366A8-7A06-A33D-4727-83546201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z="2400" smtClean="0"/>
              <a:t>2</a:t>
            </a:fld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481B42-2296-004B-59A9-5610CD7BFA8A}"/>
              </a:ext>
            </a:extLst>
          </p:cNvPr>
          <p:cNvSpPr txBox="1"/>
          <p:nvPr/>
        </p:nvSpPr>
        <p:spPr>
          <a:xfrm>
            <a:off x="377951" y="134112"/>
            <a:ext cx="119875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chemeClr val="tx2">
                    <a:lumMod val="90000"/>
                    <a:lumOff val="10000"/>
                  </a:schemeClr>
                </a:solidFill>
              </a:rPr>
              <a:t>Graph-to-text Generation</a:t>
            </a:r>
          </a:p>
        </p:txBody>
      </p:sp>
      <p:pic>
        <p:nvPicPr>
          <p:cNvPr id="60" name="Audio 59">
            <a:extLst>
              <a:ext uri="{FF2B5EF4-FFF2-40B4-BE49-F238E27FC236}">
                <a16:creationId xmlns:a16="http://schemas.microsoft.com/office/drawing/2014/main" id="{DACB97DE-8A46-57EB-6C3B-DF4623F860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  <p:pic>
        <p:nvPicPr>
          <p:cNvPr id="15" name="Picture 14" descr="A group of circles with text&#10;&#10;AI-generated content may be incorrect.">
            <a:extLst>
              <a:ext uri="{FF2B5EF4-FFF2-40B4-BE49-F238E27FC236}">
                <a16:creationId xmlns:a16="http://schemas.microsoft.com/office/drawing/2014/main" id="{83A2FB01-EB91-C49F-B3B7-D57AFCF6CD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211" y="2112722"/>
            <a:ext cx="3162042" cy="386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49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144"/>
    </mc:Choice>
    <mc:Fallback xmlns="">
      <p:transition spd="slow" advTm="461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C8EEB-573B-67D7-8D11-234C152D7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 descr="IDIR – University of Texas at Arlington">
            <a:extLst>
              <a:ext uri="{FF2B5EF4-FFF2-40B4-BE49-F238E27FC236}">
                <a16:creationId xmlns:a16="http://schemas.microsoft.com/office/drawing/2014/main" id="{D8CFB571-DD45-7E96-1D86-B312DD15A2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8816" y="216409"/>
            <a:ext cx="1475232" cy="604845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CA068F29-47B1-675B-770B-516B57620D92}"/>
              </a:ext>
            </a:extLst>
          </p:cNvPr>
          <p:cNvGrpSpPr/>
          <p:nvPr/>
        </p:nvGrpSpPr>
        <p:grpSpPr>
          <a:xfrm>
            <a:off x="250777" y="4018784"/>
            <a:ext cx="11690446" cy="2581823"/>
            <a:chOff x="123602" y="7242791"/>
            <a:chExt cx="18874260" cy="5383653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299EE53F-2CFB-14DF-2EC2-15B3CEE7E636}"/>
                </a:ext>
              </a:extLst>
            </p:cNvPr>
            <p:cNvSpPr/>
            <p:nvPr/>
          </p:nvSpPr>
          <p:spPr>
            <a:xfrm>
              <a:off x="123602" y="7260350"/>
              <a:ext cx="9396407" cy="5366094"/>
            </a:xfrm>
            <a:prstGeom prst="roundRect">
              <a:avLst>
                <a:gd name="adj" fmla="val 5130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15772292-91B2-7466-2A6E-91BEEA88A715}"/>
                </a:ext>
              </a:extLst>
            </p:cNvPr>
            <p:cNvSpPr/>
            <p:nvPr/>
          </p:nvSpPr>
          <p:spPr>
            <a:xfrm>
              <a:off x="9601455" y="7252754"/>
              <a:ext cx="9396407" cy="5366094"/>
            </a:xfrm>
            <a:prstGeom prst="roundRect">
              <a:avLst>
                <a:gd name="adj" fmla="val 4587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</a:endParaRP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5CF0E54D-877C-4FB6-A996-0D9D6C7D4702}"/>
                </a:ext>
              </a:extLst>
            </p:cNvPr>
            <p:cNvSpPr/>
            <p:nvPr/>
          </p:nvSpPr>
          <p:spPr>
            <a:xfrm>
              <a:off x="405819" y="8201926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The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308A9036-432D-DCF5-80CF-5EEAFE19E6CC}"/>
                </a:ext>
              </a:extLst>
            </p:cNvPr>
            <p:cNvSpPr/>
            <p:nvPr/>
          </p:nvSpPr>
          <p:spPr>
            <a:xfrm>
              <a:off x="415568" y="8753837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The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1455612E-365C-2F47-17A0-B35DB5154B61}"/>
                </a:ext>
              </a:extLst>
            </p:cNvPr>
            <p:cNvSpPr/>
            <p:nvPr/>
          </p:nvSpPr>
          <p:spPr>
            <a:xfrm>
              <a:off x="1702610" y="8753837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neutral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60923258-D566-C4A4-D300-855B3433BC94}"/>
                </a:ext>
              </a:extLst>
            </p:cNvPr>
            <p:cNvSpPr/>
            <p:nvPr/>
          </p:nvSpPr>
          <p:spPr>
            <a:xfrm>
              <a:off x="415568" y="9308125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The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21BA1D0F-BE34-41BD-6530-D81D8C83F760}"/>
                </a:ext>
              </a:extLst>
            </p:cNvPr>
            <p:cNvSpPr/>
            <p:nvPr/>
          </p:nvSpPr>
          <p:spPr>
            <a:xfrm>
              <a:off x="1702610" y="9308125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neutral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55326F8-1B2B-A65A-C6AD-012462D03FB6}"/>
                </a:ext>
              </a:extLst>
            </p:cNvPr>
            <p:cNvSpPr/>
            <p:nvPr/>
          </p:nvSpPr>
          <p:spPr>
            <a:xfrm>
              <a:off x="2971859" y="9308125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point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AFCABDA6-E7E7-445F-F986-41A9C6D17D41}"/>
                </a:ext>
              </a:extLst>
            </p:cNvPr>
            <p:cNvSpPr/>
            <p:nvPr/>
          </p:nvSpPr>
          <p:spPr>
            <a:xfrm>
              <a:off x="423991" y="9870882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The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EF09C459-8EDA-A7BA-67D4-48330304302B}"/>
                </a:ext>
              </a:extLst>
            </p:cNvPr>
            <p:cNvSpPr/>
            <p:nvPr/>
          </p:nvSpPr>
          <p:spPr>
            <a:xfrm>
              <a:off x="1723050" y="9870882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neutral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EDEC0918-B5C6-1158-4E15-5A07D4134E7E}"/>
                </a:ext>
              </a:extLst>
            </p:cNvPr>
            <p:cNvSpPr/>
            <p:nvPr/>
          </p:nvSpPr>
          <p:spPr>
            <a:xfrm>
              <a:off x="2968405" y="9870882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point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BF519CD8-F344-2608-47B2-594A64C7C343}"/>
                </a:ext>
              </a:extLst>
            </p:cNvPr>
            <p:cNvSpPr/>
            <p:nvPr/>
          </p:nvSpPr>
          <p:spPr>
            <a:xfrm>
              <a:off x="4232387" y="9870882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of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FA8EA4FE-CCAC-D808-66AB-C4589508F0DF}"/>
                </a:ext>
              </a:extLst>
            </p:cNvPr>
            <p:cNvSpPr/>
            <p:nvPr/>
          </p:nvSpPr>
          <p:spPr>
            <a:xfrm>
              <a:off x="415568" y="10412940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The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EABF7352-15AE-D6B4-CDA6-FC869CF1F78C}"/>
                </a:ext>
              </a:extLst>
            </p:cNvPr>
            <p:cNvSpPr/>
            <p:nvPr/>
          </p:nvSpPr>
          <p:spPr>
            <a:xfrm>
              <a:off x="1708172" y="10412940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neutral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0DACFFB8-9DC3-C252-8FC9-DE49BD1955DE}"/>
                </a:ext>
              </a:extLst>
            </p:cNvPr>
            <p:cNvSpPr/>
            <p:nvPr/>
          </p:nvSpPr>
          <p:spPr>
            <a:xfrm>
              <a:off x="2963497" y="10412940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point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C20A16E5-F30E-8E5C-F803-E4627E5355D8}"/>
                </a:ext>
              </a:extLst>
            </p:cNvPr>
            <p:cNvSpPr/>
            <p:nvPr/>
          </p:nvSpPr>
          <p:spPr>
            <a:xfrm>
              <a:off x="4227478" y="10412940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of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886CAA5E-8C0C-37F9-DDFA-1AB72E10B64F}"/>
                </a:ext>
              </a:extLst>
            </p:cNvPr>
            <p:cNvSpPr/>
            <p:nvPr/>
          </p:nvSpPr>
          <p:spPr>
            <a:xfrm>
              <a:off x="5537094" y="10412940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view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4B22E7F9-A992-BEA2-1708-645E429CD29D}"/>
                </a:ext>
              </a:extLst>
            </p:cNvPr>
            <p:cNvSpPr/>
            <p:nvPr/>
          </p:nvSpPr>
          <p:spPr>
            <a:xfrm>
              <a:off x="419082" y="10960923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The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AFCDBED6-F692-74D4-B40F-A1A8D56FF105}"/>
                </a:ext>
              </a:extLst>
            </p:cNvPr>
            <p:cNvSpPr/>
            <p:nvPr/>
          </p:nvSpPr>
          <p:spPr>
            <a:xfrm>
              <a:off x="1718141" y="10960923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neutral</a:t>
              </a: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44DCA21D-FE24-28F2-9F2D-5109C28A111B}"/>
                </a:ext>
              </a:extLst>
            </p:cNvPr>
            <p:cNvSpPr/>
            <p:nvPr/>
          </p:nvSpPr>
          <p:spPr>
            <a:xfrm>
              <a:off x="2963496" y="10960923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point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CCA9219A-F786-4574-A3AD-71AF8BA1F1D7}"/>
                </a:ext>
              </a:extLst>
            </p:cNvPr>
            <p:cNvSpPr/>
            <p:nvPr/>
          </p:nvSpPr>
          <p:spPr>
            <a:xfrm>
              <a:off x="4227478" y="10960923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of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98E21578-7BAC-177E-6A9E-5371C0D8DA75}"/>
                </a:ext>
              </a:extLst>
            </p:cNvPr>
            <p:cNvSpPr/>
            <p:nvPr/>
          </p:nvSpPr>
          <p:spPr>
            <a:xfrm>
              <a:off x="5531622" y="10960923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view</a:t>
              </a: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938D8FA6-EA73-331F-362D-A247A99FCAF6}"/>
                </a:ext>
              </a:extLst>
            </p:cNvPr>
            <p:cNvSpPr/>
            <p:nvPr/>
          </p:nvSpPr>
          <p:spPr>
            <a:xfrm>
              <a:off x="6821975" y="10960923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policy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F7B38103-1DAC-D0EB-CA77-A01EDFAF7690}"/>
                </a:ext>
              </a:extLst>
            </p:cNvPr>
            <p:cNvSpPr/>
            <p:nvPr/>
          </p:nvSpPr>
          <p:spPr>
            <a:xfrm>
              <a:off x="8105705" y="10960923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C8FA3E6-6452-FFEC-9088-A7993E7BD5E8}"/>
                </a:ext>
              </a:extLst>
            </p:cNvPr>
            <p:cNvSpPr txBox="1"/>
            <p:nvPr/>
          </p:nvSpPr>
          <p:spPr>
            <a:xfrm>
              <a:off x="1118341" y="7242791"/>
              <a:ext cx="7801102" cy="83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/>
                <a:t>Autoregressive large language models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169CAC5-35A3-2AAC-E824-3C5EB3651CC6}"/>
                </a:ext>
              </a:extLst>
            </p:cNvPr>
            <p:cNvSpPr txBox="1"/>
            <p:nvPr/>
          </p:nvSpPr>
          <p:spPr>
            <a:xfrm>
              <a:off x="10871744" y="7243932"/>
              <a:ext cx="6979835" cy="83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/>
                <a:t>Masked diffusion models  (MDLMs)</a:t>
              </a: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F21AEC3F-6DA8-61D7-52D4-8E58894FB69B}"/>
                </a:ext>
              </a:extLst>
            </p:cNvPr>
            <p:cNvSpPr/>
            <p:nvPr/>
          </p:nvSpPr>
          <p:spPr>
            <a:xfrm>
              <a:off x="9840151" y="8201926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The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E6E49FB7-FD0A-5503-1B44-2E7A8C6D219C}"/>
                </a:ext>
              </a:extLst>
            </p:cNvPr>
            <p:cNvSpPr/>
            <p:nvPr/>
          </p:nvSpPr>
          <p:spPr>
            <a:xfrm>
              <a:off x="11127974" y="8201926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bg1">
                      <a:lumMod val="65000"/>
                    </a:schemeClr>
                  </a:solidFill>
                </a:rPr>
                <a:t>[MASK]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987E6A16-EED7-C2A1-40FA-7DD8C31518C7}"/>
                </a:ext>
              </a:extLst>
            </p:cNvPr>
            <p:cNvSpPr/>
            <p:nvPr/>
          </p:nvSpPr>
          <p:spPr>
            <a:xfrm>
              <a:off x="12408160" y="8201926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bg1">
                      <a:lumMod val="65000"/>
                    </a:schemeClr>
                  </a:solidFill>
                </a:rPr>
                <a:t>[MASK]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A11722D1-330F-A7CB-59C4-5AD0FBAAF734}"/>
                </a:ext>
              </a:extLst>
            </p:cNvPr>
            <p:cNvSpPr/>
            <p:nvPr/>
          </p:nvSpPr>
          <p:spPr>
            <a:xfrm>
              <a:off x="13687845" y="8201926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bg1">
                      <a:lumMod val="65000"/>
                    </a:schemeClr>
                  </a:solidFill>
                </a:rPr>
                <a:t>[MASK]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EE60B00E-EB21-A1BC-6363-85DB4BFA49FE}"/>
                </a:ext>
              </a:extLst>
            </p:cNvPr>
            <p:cNvSpPr/>
            <p:nvPr/>
          </p:nvSpPr>
          <p:spPr>
            <a:xfrm>
              <a:off x="14963736" y="8201926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bg1">
                      <a:lumMod val="65000"/>
                    </a:schemeClr>
                  </a:solidFill>
                </a:rPr>
                <a:t>[MASK]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F9D07D9E-F546-B3C3-489A-C559A0DEA4A4}"/>
                </a:ext>
              </a:extLst>
            </p:cNvPr>
            <p:cNvSpPr/>
            <p:nvPr/>
          </p:nvSpPr>
          <p:spPr>
            <a:xfrm>
              <a:off x="16248617" y="8201926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bg1">
                      <a:lumMod val="65000"/>
                    </a:schemeClr>
                  </a:solidFill>
                </a:rPr>
                <a:t>[MASK]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3C7B5602-8CE5-DAD7-13D0-F8EF8DAD8C34}"/>
                </a:ext>
              </a:extLst>
            </p:cNvPr>
            <p:cNvSpPr/>
            <p:nvPr/>
          </p:nvSpPr>
          <p:spPr>
            <a:xfrm>
              <a:off x="17532346" y="8201926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bg1">
                      <a:lumMod val="65000"/>
                    </a:schemeClr>
                  </a:solidFill>
                </a:rPr>
                <a:t>[MASK]</a:t>
              </a:r>
            </a:p>
          </p:txBody>
        </p: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F3ADF6B5-A54F-2D2B-E332-FDD2E2111A02}"/>
                </a:ext>
              </a:extLst>
            </p:cNvPr>
            <p:cNvSpPr/>
            <p:nvPr/>
          </p:nvSpPr>
          <p:spPr>
            <a:xfrm>
              <a:off x="9849900" y="8753837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The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E5CBAC9F-1E78-BB0E-E1F7-AFB844DBBC7F}"/>
                </a:ext>
              </a:extLst>
            </p:cNvPr>
            <p:cNvSpPr/>
            <p:nvPr/>
          </p:nvSpPr>
          <p:spPr>
            <a:xfrm>
              <a:off x="11136942" y="8753837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bg1">
                      <a:lumMod val="65000"/>
                    </a:schemeClr>
                  </a:solidFill>
                </a:rPr>
                <a:t>[MASK]</a:t>
              </a: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750D5CAF-D19C-B7B9-A254-54CAD327FF7B}"/>
                </a:ext>
              </a:extLst>
            </p:cNvPr>
            <p:cNvSpPr/>
            <p:nvPr/>
          </p:nvSpPr>
          <p:spPr>
            <a:xfrm>
              <a:off x="12413805" y="8753837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bg1">
                      <a:lumMod val="65000"/>
                    </a:schemeClr>
                  </a:solidFill>
                </a:rPr>
                <a:t>[MASK]</a:t>
              </a:r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361A1257-7652-A168-10F2-A62EA0C33E01}"/>
                </a:ext>
              </a:extLst>
            </p:cNvPr>
            <p:cNvSpPr/>
            <p:nvPr/>
          </p:nvSpPr>
          <p:spPr>
            <a:xfrm>
              <a:off x="13687845" y="8753837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bg1">
                      <a:lumMod val="65000"/>
                    </a:schemeClr>
                  </a:solidFill>
                </a:rPr>
                <a:t>[MASK]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26263234-BA41-186D-4D15-45C94383A2BC}"/>
                </a:ext>
              </a:extLst>
            </p:cNvPr>
            <p:cNvSpPr/>
            <p:nvPr/>
          </p:nvSpPr>
          <p:spPr>
            <a:xfrm>
              <a:off x="14958264" y="8753837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bg1">
                      <a:lumMod val="65000"/>
                    </a:schemeClr>
                  </a:solidFill>
                </a:rPr>
                <a:t>[MASK]</a:t>
              </a:r>
            </a:p>
          </p:txBody>
        </p: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3FCC0FF4-15E7-94C3-BF79-10F9A4F46C13}"/>
                </a:ext>
              </a:extLst>
            </p:cNvPr>
            <p:cNvSpPr/>
            <p:nvPr/>
          </p:nvSpPr>
          <p:spPr>
            <a:xfrm>
              <a:off x="16248617" y="8753837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policy</a:t>
              </a:r>
            </a:p>
          </p:txBody>
        </p: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7370F126-8FA2-F736-777D-3F23E81B1056}"/>
                </a:ext>
              </a:extLst>
            </p:cNvPr>
            <p:cNvSpPr/>
            <p:nvPr/>
          </p:nvSpPr>
          <p:spPr>
            <a:xfrm>
              <a:off x="17532347" y="8753837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bg1">
                      <a:lumMod val="65000"/>
                    </a:schemeClr>
                  </a:solidFill>
                </a:rPr>
                <a:t>[MASK]</a:t>
              </a:r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555D5DC7-A686-24A7-A2CA-41A4EA0AEAE2}"/>
                </a:ext>
              </a:extLst>
            </p:cNvPr>
            <p:cNvSpPr/>
            <p:nvPr/>
          </p:nvSpPr>
          <p:spPr>
            <a:xfrm>
              <a:off x="9849900" y="9308125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The</a:t>
              </a: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1654C4C3-E1E9-3A5D-C0B3-2ED7A6D469B7}"/>
                </a:ext>
              </a:extLst>
            </p:cNvPr>
            <p:cNvSpPr/>
            <p:nvPr/>
          </p:nvSpPr>
          <p:spPr>
            <a:xfrm>
              <a:off x="11136942" y="9308125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bg1">
                      <a:lumMod val="65000"/>
                    </a:schemeClr>
                  </a:solidFill>
                </a:rPr>
                <a:t>[MASK]</a:t>
              </a: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77BB6D76-100D-43A8-4BEC-4A605078BBB7}"/>
                </a:ext>
              </a:extLst>
            </p:cNvPr>
            <p:cNvSpPr/>
            <p:nvPr/>
          </p:nvSpPr>
          <p:spPr>
            <a:xfrm>
              <a:off x="12406191" y="9308125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bg1">
                      <a:lumMod val="65000"/>
                    </a:schemeClr>
                  </a:solidFill>
                </a:rPr>
                <a:t>[MASK]</a:t>
              </a:r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CC66F5F7-2DE1-70ED-5E8F-882AD869C0C0}"/>
                </a:ext>
              </a:extLst>
            </p:cNvPr>
            <p:cNvSpPr/>
            <p:nvPr/>
          </p:nvSpPr>
          <p:spPr>
            <a:xfrm>
              <a:off x="13666719" y="9308125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bg1">
                      <a:lumMod val="65000"/>
                    </a:schemeClr>
                  </a:solidFill>
                </a:rPr>
                <a:t>[MASK]</a:t>
              </a: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265F2627-122A-CAB8-F63E-517A02ECD732}"/>
                </a:ext>
              </a:extLst>
            </p:cNvPr>
            <p:cNvSpPr/>
            <p:nvPr/>
          </p:nvSpPr>
          <p:spPr>
            <a:xfrm>
              <a:off x="14976335" y="9308125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view</a:t>
              </a:r>
              <a:endParaRPr lang="en-US" sz="12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6DC86ACC-FB52-27F9-93D7-AC996F732E0E}"/>
                </a:ext>
              </a:extLst>
            </p:cNvPr>
            <p:cNvSpPr/>
            <p:nvPr/>
          </p:nvSpPr>
          <p:spPr>
            <a:xfrm>
              <a:off x="16261216" y="9308125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policy</a:t>
              </a:r>
            </a:p>
          </p:txBody>
        </p:sp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11C05051-115F-9711-0A50-9570A07CB07A}"/>
                </a:ext>
              </a:extLst>
            </p:cNvPr>
            <p:cNvSpPr/>
            <p:nvPr/>
          </p:nvSpPr>
          <p:spPr>
            <a:xfrm>
              <a:off x="17544945" y="9308125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bg1">
                      <a:lumMod val="65000"/>
                    </a:schemeClr>
                  </a:solidFill>
                </a:rPr>
                <a:t>[MASK]</a:t>
              </a:r>
            </a:p>
          </p:txBody>
        </p: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F2331D94-3D8D-3A82-63DC-35109BACC611}"/>
                </a:ext>
              </a:extLst>
            </p:cNvPr>
            <p:cNvSpPr/>
            <p:nvPr/>
          </p:nvSpPr>
          <p:spPr>
            <a:xfrm>
              <a:off x="9858323" y="9870882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The</a:t>
              </a:r>
            </a:p>
          </p:txBody>
        </p: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5633A28C-C09A-02F1-2879-AC050AF1D132}"/>
                </a:ext>
              </a:extLst>
            </p:cNvPr>
            <p:cNvSpPr/>
            <p:nvPr/>
          </p:nvSpPr>
          <p:spPr>
            <a:xfrm>
              <a:off x="11157382" y="9870882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neutral</a:t>
              </a:r>
            </a:p>
          </p:txBody>
        </p: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489AD154-012A-5DAB-F5F2-11B329033903}"/>
                </a:ext>
              </a:extLst>
            </p:cNvPr>
            <p:cNvSpPr/>
            <p:nvPr/>
          </p:nvSpPr>
          <p:spPr>
            <a:xfrm>
              <a:off x="12402737" y="9870882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bg1">
                      <a:lumMod val="65000"/>
                    </a:schemeClr>
                  </a:solidFill>
                </a:rPr>
                <a:t>[MASK]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DBCE9FBF-CE02-44BC-64F3-8E0A9BEE57D4}"/>
                </a:ext>
              </a:extLst>
            </p:cNvPr>
            <p:cNvSpPr/>
            <p:nvPr/>
          </p:nvSpPr>
          <p:spPr>
            <a:xfrm>
              <a:off x="13666719" y="9870882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bg1">
                      <a:lumMod val="65000"/>
                    </a:schemeClr>
                  </a:solidFill>
                </a:rPr>
                <a:t>[MASK]</a:t>
              </a:r>
            </a:p>
          </p:txBody>
        </p:sp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AB4D143C-350A-2960-7894-02AE390B7546}"/>
                </a:ext>
              </a:extLst>
            </p:cNvPr>
            <p:cNvSpPr/>
            <p:nvPr/>
          </p:nvSpPr>
          <p:spPr>
            <a:xfrm>
              <a:off x="14970863" y="9870882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view</a:t>
              </a:r>
              <a:endParaRPr lang="en-US" sz="12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2840B9F7-A478-E6AA-2476-AB1B8E78A2D7}"/>
                </a:ext>
              </a:extLst>
            </p:cNvPr>
            <p:cNvSpPr/>
            <p:nvPr/>
          </p:nvSpPr>
          <p:spPr>
            <a:xfrm>
              <a:off x="16261216" y="9870882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policy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72C44F94-FC40-B947-D5CE-DD2274E24B07}"/>
                </a:ext>
              </a:extLst>
            </p:cNvPr>
            <p:cNvSpPr/>
            <p:nvPr/>
          </p:nvSpPr>
          <p:spPr>
            <a:xfrm>
              <a:off x="17544946" y="9870882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bg1">
                      <a:lumMod val="65000"/>
                    </a:schemeClr>
                  </a:solidFill>
                </a:rPr>
                <a:t>[MASK]</a:t>
              </a:r>
            </a:p>
          </p:txBody>
        </p:sp>
        <p:sp>
          <p:nvSpPr>
            <p:cNvPr id="65" name="Rounded Rectangle 64">
              <a:extLst>
                <a:ext uri="{FF2B5EF4-FFF2-40B4-BE49-F238E27FC236}">
                  <a16:creationId xmlns:a16="http://schemas.microsoft.com/office/drawing/2014/main" id="{8BDA4261-CA5E-6555-7ACF-E23CA9144A2C}"/>
                </a:ext>
              </a:extLst>
            </p:cNvPr>
            <p:cNvSpPr/>
            <p:nvPr/>
          </p:nvSpPr>
          <p:spPr>
            <a:xfrm>
              <a:off x="9849900" y="10412940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The</a:t>
              </a:r>
            </a:p>
          </p:txBody>
        </p:sp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A5F40DE9-8572-1D1B-B931-01106510C8B2}"/>
                </a:ext>
              </a:extLst>
            </p:cNvPr>
            <p:cNvSpPr/>
            <p:nvPr/>
          </p:nvSpPr>
          <p:spPr>
            <a:xfrm>
              <a:off x="11142504" y="10412940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neutral</a:t>
              </a: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6AD5985B-017F-BC57-2AB1-43E75140A9EC}"/>
                </a:ext>
              </a:extLst>
            </p:cNvPr>
            <p:cNvSpPr/>
            <p:nvPr/>
          </p:nvSpPr>
          <p:spPr>
            <a:xfrm>
              <a:off x="12397829" y="10412940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point</a:t>
              </a:r>
            </a:p>
          </p:txBody>
        </p:sp>
        <p:sp>
          <p:nvSpPr>
            <p:cNvPr id="68" name="Rounded Rectangle 67">
              <a:extLst>
                <a:ext uri="{FF2B5EF4-FFF2-40B4-BE49-F238E27FC236}">
                  <a16:creationId xmlns:a16="http://schemas.microsoft.com/office/drawing/2014/main" id="{8F68CD7B-3D3B-F687-0695-25E8B0D9CFCE}"/>
                </a:ext>
              </a:extLst>
            </p:cNvPr>
            <p:cNvSpPr/>
            <p:nvPr/>
          </p:nvSpPr>
          <p:spPr>
            <a:xfrm>
              <a:off x="13661810" y="10412940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bg1">
                      <a:lumMod val="65000"/>
                    </a:schemeClr>
                  </a:solidFill>
                </a:rPr>
                <a:t>[MASK]</a:t>
              </a: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D977DEF6-2873-855D-FD70-63057F0A41A2}"/>
                </a:ext>
              </a:extLst>
            </p:cNvPr>
            <p:cNvSpPr/>
            <p:nvPr/>
          </p:nvSpPr>
          <p:spPr>
            <a:xfrm>
              <a:off x="14971426" y="10412940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view</a:t>
              </a: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63ED45FD-B785-13AD-8CBA-A2317918298A}"/>
                </a:ext>
              </a:extLst>
            </p:cNvPr>
            <p:cNvSpPr/>
            <p:nvPr/>
          </p:nvSpPr>
          <p:spPr>
            <a:xfrm>
              <a:off x="16256307" y="10412940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policy</a:t>
              </a:r>
            </a:p>
          </p:txBody>
        </p:sp>
        <p:sp>
          <p:nvSpPr>
            <p:cNvPr id="71" name="Rounded Rectangle 70">
              <a:extLst>
                <a:ext uri="{FF2B5EF4-FFF2-40B4-BE49-F238E27FC236}">
                  <a16:creationId xmlns:a16="http://schemas.microsoft.com/office/drawing/2014/main" id="{4034C7E9-A3CC-D833-3F46-17A925DB9064}"/>
                </a:ext>
              </a:extLst>
            </p:cNvPr>
            <p:cNvSpPr/>
            <p:nvPr/>
          </p:nvSpPr>
          <p:spPr>
            <a:xfrm>
              <a:off x="17540036" y="10412940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bg1">
                      <a:lumMod val="65000"/>
                    </a:schemeClr>
                  </a:solidFill>
                </a:rPr>
                <a:t>[MASK]</a:t>
              </a:r>
            </a:p>
          </p:txBody>
        </p:sp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60E01649-35D6-DAAE-ED4B-7E783B2C1653}"/>
                </a:ext>
              </a:extLst>
            </p:cNvPr>
            <p:cNvSpPr/>
            <p:nvPr/>
          </p:nvSpPr>
          <p:spPr>
            <a:xfrm>
              <a:off x="9853414" y="10960923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The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FF1F64AB-B29B-CAB6-8CD6-AE864D2EA367}"/>
                </a:ext>
              </a:extLst>
            </p:cNvPr>
            <p:cNvSpPr/>
            <p:nvPr/>
          </p:nvSpPr>
          <p:spPr>
            <a:xfrm>
              <a:off x="11152473" y="10960923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neutral</a:t>
              </a:r>
            </a:p>
          </p:txBody>
        </p:sp>
        <p:sp>
          <p:nvSpPr>
            <p:cNvPr id="74" name="Rounded Rectangle 73">
              <a:extLst>
                <a:ext uri="{FF2B5EF4-FFF2-40B4-BE49-F238E27FC236}">
                  <a16:creationId xmlns:a16="http://schemas.microsoft.com/office/drawing/2014/main" id="{30952ABF-31B5-91EF-C5AC-B139A3B8E431}"/>
                </a:ext>
              </a:extLst>
            </p:cNvPr>
            <p:cNvSpPr/>
            <p:nvPr/>
          </p:nvSpPr>
          <p:spPr>
            <a:xfrm>
              <a:off x="12397828" y="10960923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point</a:t>
              </a:r>
            </a:p>
          </p:txBody>
        </p:sp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B25C6A45-23C3-786B-80B1-66A5BB950856}"/>
                </a:ext>
              </a:extLst>
            </p:cNvPr>
            <p:cNvSpPr/>
            <p:nvPr/>
          </p:nvSpPr>
          <p:spPr>
            <a:xfrm>
              <a:off x="13661810" y="10960923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of</a:t>
              </a:r>
            </a:p>
          </p:txBody>
        </p:sp>
        <p:sp>
          <p:nvSpPr>
            <p:cNvPr id="76" name="Rounded Rectangle 75">
              <a:extLst>
                <a:ext uri="{FF2B5EF4-FFF2-40B4-BE49-F238E27FC236}">
                  <a16:creationId xmlns:a16="http://schemas.microsoft.com/office/drawing/2014/main" id="{7634435C-A395-F92B-98F8-D09CFFCA8F1B}"/>
                </a:ext>
              </a:extLst>
            </p:cNvPr>
            <p:cNvSpPr/>
            <p:nvPr/>
          </p:nvSpPr>
          <p:spPr>
            <a:xfrm>
              <a:off x="14965954" y="10960923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view</a:t>
              </a:r>
            </a:p>
          </p:txBody>
        </p:sp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3FC869D8-F95A-6E34-F03C-5C77A5702AAF}"/>
                </a:ext>
              </a:extLst>
            </p:cNvPr>
            <p:cNvSpPr/>
            <p:nvPr/>
          </p:nvSpPr>
          <p:spPr>
            <a:xfrm>
              <a:off x="16256307" y="10960923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policy</a:t>
              </a:r>
            </a:p>
          </p:txBody>
        </p:sp>
        <p:sp>
          <p:nvSpPr>
            <p:cNvPr id="78" name="Rounded Rectangle 77">
              <a:extLst>
                <a:ext uri="{FF2B5EF4-FFF2-40B4-BE49-F238E27FC236}">
                  <a16:creationId xmlns:a16="http://schemas.microsoft.com/office/drawing/2014/main" id="{2467C858-0CC9-7FA0-F506-3694C83B2A04}"/>
                </a:ext>
              </a:extLst>
            </p:cNvPr>
            <p:cNvSpPr/>
            <p:nvPr/>
          </p:nvSpPr>
          <p:spPr>
            <a:xfrm>
              <a:off x="17540037" y="10960923"/>
              <a:ext cx="1188720" cy="457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6AEEC98-1F25-6C02-D19C-3A15D3085C5C}"/>
                </a:ext>
              </a:extLst>
            </p:cNvPr>
            <p:cNvSpPr txBox="1"/>
            <p:nvPr/>
          </p:nvSpPr>
          <p:spPr>
            <a:xfrm>
              <a:off x="1391791" y="11677697"/>
              <a:ext cx="6860028" cy="83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/>
                <a:t>E.g., </a:t>
              </a:r>
              <a:r>
                <a:rPr lang="en-US" sz="2000" err="1"/>
                <a:t>LLaMA</a:t>
              </a:r>
              <a:r>
                <a:rPr lang="en-US" sz="2000"/>
                <a:t> 3.1, </a:t>
              </a:r>
              <a:r>
                <a:rPr lang="en-US" sz="2000" err="1"/>
                <a:t>LLaMA</a:t>
              </a:r>
              <a:r>
                <a:rPr lang="en-US" sz="2000"/>
                <a:t> 3.3 , Qwen 3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464D2B7-B623-0742-6E02-ED4E59E7A7D1}"/>
                </a:ext>
              </a:extLst>
            </p:cNvPr>
            <p:cNvSpPr txBox="1"/>
            <p:nvPr/>
          </p:nvSpPr>
          <p:spPr>
            <a:xfrm>
              <a:off x="11221497" y="11682860"/>
              <a:ext cx="6280329" cy="83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/>
                <a:t>E.g., LLaDA-8B, Dream-7B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65556CC-B08F-8E5F-7B98-A81841B14D18}"/>
              </a:ext>
            </a:extLst>
          </p:cNvPr>
          <p:cNvSpPr txBox="1"/>
          <p:nvPr/>
        </p:nvSpPr>
        <p:spPr>
          <a:xfrm>
            <a:off x="377952" y="975260"/>
            <a:ext cx="1156327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v"/>
            </a:pPr>
            <a:r>
              <a:rPr lang="en-US" sz="2600">
                <a:solidFill>
                  <a:schemeClr val="tx2">
                    <a:lumMod val="90000"/>
                    <a:lumOff val="10000"/>
                  </a:schemeClr>
                </a:solidFill>
              </a:rPr>
              <a:t>Graph-to-text models are predominantly autoregressive.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2600">
                <a:solidFill>
                  <a:schemeClr val="tx2">
                    <a:lumMod val="90000"/>
                    <a:lumOff val="10000"/>
                  </a:schemeClr>
                </a:solidFill>
              </a:rPr>
              <a:t>Masked diffusion language models, though rarely explored for graph-to-text, may offer new opportunities to improve generation quality.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2600">
                <a:solidFill>
                  <a:schemeClr val="tx2">
                    <a:lumMod val="90000"/>
                    <a:lumOff val="10000"/>
                  </a:schemeClr>
                </a:solidFill>
              </a:rPr>
              <a:t>This study aims to investigate: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600">
                <a:solidFill>
                  <a:schemeClr val="tx2">
                    <a:lumMod val="90000"/>
                    <a:lumOff val="10000"/>
                  </a:schemeClr>
                </a:solidFill>
              </a:rPr>
              <a:t>How is structured graph information revealed during diffusion decoding?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600">
                <a:solidFill>
                  <a:schemeClr val="tx2">
                    <a:lumMod val="90000"/>
                    <a:lumOff val="10000"/>
                  </a:schemeClr>
                </a:solidFill>
              </a:rPr>
              <a:t>Can we reduce hallucinations and omissions by guiding the decoding trajectory?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B7D4D6D1-E1EE-4AAE-5B84-8AC888D3B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z="2400" smtClean="0"/>
              <a:t>3</a:t>
            </a:fld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5AB25-5910-4030-F7CF-809BB668CC8E}"/>
              </a:ext>
            </a:extLst>
          </p:cNvPr>
          <p:cNvSpPr txBox="1"/>
          <p:nvPr/>
        </p:nvSpPr>
        <p:spPr>
          <a:xfrm>
            <a:off x="377952" y="134112"/>
            <a:ext cx="29048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>
                <a:solidFill>
                  <a:schemeClr val="tx2">
                    <a:lumMod val="90000"/>
                    <a:lumOff val="10000"/>
                  </a:schemeClr>
                </a:solidFill>
              </a:rPr>
              <a:t>Motivation</a:t>
            </a:r>
          </a:p>
        </p:txBody>
      </p:sp>
      <p:pic>
        <p:nvPicPr>
          <p:cNvPr id="104" name="Audio 103">
            <a:extLst>
              <a:ext uri="{FF2B5EF4-FFF2-40B4-BE49-F238E27FC236}">
                <a16:creationId xmlns:a16="http://schemas.microsoft.com/office/drawing/2014/main" id="{DD9A4DDC-05B5-F586-ADBE-81C0930429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695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312"/>
    </mc:Choice>
    <mc:Fallback xmlns="">
      <p:transition spd="slow" advTm="453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7910F-4429-AEA5-F373-9936A9CA1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F6CE8221-A3D5-8C80-EE60-F922079362C7}"/>
              </a:ext>
            </a:extLst>
          </p:cNvPr>
          <p:cNvSpPr txBox="1"/>
          <p:nvPr/>
        </p:nvSpPr>
        <p:spPr>
          <a:xfrm>
            <a:off x="377952" y="134112"/>
            <a:ext cx="6419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>
                <a:solidFill>
                  <a:schemeClr val="tx2">
                    <a:lumMod val="90000"/>
                    <a:lumOff val="10000"/>
                  </a:schemeClr>
                </a:solidFill>
              </a:rPr>
              <a:t>Trajectory Classification</a:t>
            </a:r>
          </a:p>
        </p:txBody>
      </p:sp>
      <p:pic>
        <p:nvPicPr>
          <p:cNvPr id="51" name="Picture 50" descr="IDIR – University of Texas at Arlington">
            <a:extLst>
              <a:ext uri="{FF2B5EF4-FFF2-40B4-BE49-F238E27FC236}">
                <a16:creationId xmlns:a16="http://schemas.microsoft.com/office/drawing/2014/main" id="{5172DFFC-2555-F3E1-A670-794F62A31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8816" y="216409"/>
            <a:ext cx="1475232" cy="6048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F4272F-F770-6569-8CDE-6CCE6B2EBE56}"/>
              </a:ext>
            </a:extLst>
          </p:cNvPr>
          <p:cNvSpPr txBox="1"/>
          <p:nvPr/>
        </p:nvSpPr>
        <p:spPr>
          <a:xfrm>
            <a:off x="415824" y="2048098"/>
            <a:ext cx="112630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v"/>
            </a:pPr>
            <a:r>
              <a:rPr lang="en-US" sz="2800">
                <a:solidFill>
                  <a:schemeClr val="tx2">
                    <a:lumMod val="90000"/>
                    <a:lumOff val="10000"/>
                  </a:schemeClr>
                </a:solidFill>
              </a:rPr>
              <a:t>Classify each token as </a:t>
            </a:r>
            <a:r>
              <a:rPr lang="en-US" sz="2800" b="1">
                <a:solidFill>
                  <a:schemeClr val="tx2">
                    <a:lumMod val="90000"/>
                    <a:lumOff val="10000"/>
                  </a:schemeClr>
                </a:solidFill>
              </a:rPr>
              <a:t>entity, relation, stop word, punctuation</a:t>
            </a:r>
            <a:r>
              <a:rPr lang="en-US" sz="2800">
                <a:solidFill>
                  <a:schemeClr val="tx2">
                    <a:lumMod val="90000"/>
                    <a:lumOff val="10000"/>
                  </a:schemeClr>
                </a:solidFill>
              </a:rPr>
              <a:t>, or </a:t>
            </a:r>
            <a:r>
              <a:rPr lang="en-US" sz="2800" b="1">
                <a:solidFill>
                  <a:schemeClr val="tx2">
                    <a:lumMod val="90000"/>
                    <a:lumOff val="10000"/>
                  </a:schemeClr>
                </a:solidFill>
              </a:rPr>
              <a:t>other</a:t>
            </a:r>
            <a:r>
              <a:rPr lang="en-US" sz="2800">
                <a:solidFill>
                  <a:schemeClr val="tx2">
                    <a:lumMod val="90000"/>
                    <a:lumOff val="10000"/>
                  </a:schemeClr>
                </a:solidFill>
              </a:rPr>
              <a:t> using a priority-based matching procedure. </a:t>
            </a:r>
          </a:p>
          <a:p>
            <a:endParaRPr lang="en-US" sz="240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1601D254-B5D9-5BED-8DB0-B98ACAD4314A}"/>
              </a:ext>
            </a:extLst>
          </p:cNvPr>
          <p:cNvGrpSpPr/>
          <p:nvPr/>
        </p:nvGrpSpPr>
        <p:grpSpPr>
          <a:xfrm>
            <a:off x="903112" y="3828940"/>
            <a:ext cx="10385776" cy="769441"/>
            <a:chOff x="406105" y="19079162"/>
            <a:chExt cx="18314961" cy="1071116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A656060F-5CD6-414F-884B-B2DD322BC41D}"/>
                </a:ext>
              </a:extLst>
            </p:cNvPr>
            <p:cNvSpPr/>
            <p:nvPr/>
          </p:nvSpPr>
          <p:spPr>
            <a:xfrm>
              <a:off x="406105" y="19693078"/>
              <a:ext cx="2392877" cy="457200"/>
            </a:xfrm>
            <a:prstGeom prst="roundRect">
              <a:avLst/>
            </a:prstGeom>
            <a:solidFill>
              <a:srgbClr val="FF5E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err="1">
                  <a:solidFill>
                    <a:schemeClr val="tx1"/>
                  </a:solidFill>
                  <a:cs typeface="Times New Roman" panose="02020603050405020304" pitchFamily="18" charset="0"/>
                </a:rPr>
                <a:t>Hypermarcas</a:t>
              </a:r>
              <a:endParaRPr lang="en-US" sz="120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8234B270-F20E-7EB3-822B-B15AC648C34F}"/>
                </a:ext>
              </a:extLst>
            </p:cNvPr>
            <p:cNvSpPr/>
            <p:nvPr/>
          </p:nvSpPr>
          <p:spPr>
            <a:xfrm>
              <a:off x="17772771" y="19693078"/>
              <a:ext cx="948295" cy="457200"/>
            </a:xfrm>
            <a:prstGeom prst="roundRect">
              <a:avLst/>
            </a:prstGeom>
            <a:solidFill>
              <a:srgbClr val="FBB87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D560C769-01C3-96E8-2944-46DBFF310D6E}"/>
                </a:ext>
              </a:extLst>
            </p:cNvPr>
            <p:cNvSpPr/>
            <p:nvPr/>
          </p:nvSpPr>
          <p:spPr>
            <a:xfrm>
              <a:off x="4251514" y="19693078"/>
              <a:ext cx="948295" cy="4572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A4CB91B1-6AFA-8BD6-E0FC-F5FBC5B5279D}"/>
                </a:ext>
              </a:extLst>
            </p:cNvPr>
            <p:cNvSpPr/>
            <p:nvPr/>
          </p:nvSpPr>
          <p:spPr>
            <a:xfrm>
              <a:off x="5347675" y="19693078"/>
              <a:ext cx="2811516" cy="457200"/>
            </a:xfrm>
            <a:prstGeom prst="roundRect">
              <a:avLst/>
            </a:prstGeom>
            <a:solidFill>
              <a:srgbClr val="FF5E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cs typeface="Times New Roman" panose="02020603050405020304" pitchFamily="18" charset="0"/>
                </a:rPr>
                <a:t>pharmaceutical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9B3F7DFF-7EEB-2436-7998-C026887F036D}"/>
                </a:ext>
              </a:extLst>
            </p:cNvPr>
            <p:cNvSpPr/>
            <p:nvPr/>
          </p:nvSpPr>
          <p:spPr>
            <a:xfrm>
              <a:off x="2946848" y="19693078"/>
              <a:ext cx="1156800" cy="4572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cs typeface="Times New Roman" panose="02020603050405020304" pitchFamily="18" charset="0"/>
                </a:rPr>
                <a:t>is</a:t>
              </a:r>
            </a:p>
          </p:txBody>
        </p:sp>
        <p:sp>
          <p:nvSpPr>
            <p:cNvPr id="82" name="Rounded Rectangle 81">
              <a:extLst>
                <a:ext uri="{FF2B5EF4-FFF2-40B4-BE49-F238E27FC236}">
                  <a16:creationId xmlns:a16="http://schemas.microsoft.com/office/drawing/2014/main" id="{90F3AFA7-DEC4-6746-D634-14B0E502DFB2}"/>
                </a:ext>
              </a:extLst>
            </p:cNvPr>
            <p:cNvSpPr/>
            <p:nvPr/>
          </p:nvSpPr>
          <p:spPr>
            <a:xfrm>
              <a:off x="8307057" y="19693078"/>
              <a:ext cx="1658265" cy="457200"/>
            </a:xfrm>
            <a:prstGeom prst="roundRect">
              <a:avLst/>
            </a:prstGeom>
            <a:solidFill>
              <a:srgbClr val="FF5E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cs typeface="Times New Roman" panose="02020603050405020304" pitchFamily="18" charset="0"/>
                </a:rPr>
                <a:t>company</a:t>
              </a:r>
            </a:p>
          </p:txBody>
        </p:sp>
        <p:sp>
          <p:nvSpPr>
            <p:cNvPr id="83" name="Rounded Rectangle 82">
              <a:extLst>
                <a:ext uri="{FF2B5EF4-FFF2-40B4-BE49-F238E27FC236}">
                  <a16:creationId xmlns:a16="http://schemas.microsoft.com/office/drawing/2014/main" id="{CCAE3DD4-C7E0-210C-8304-74914F7E9F16}"/>
                </a:ext>
              </a:extLst>
            </p:cNvPr>
            <p:cNvSpPr/>
            <p:nvPr/>
          </p:nvSpPr>
          <p:spPr>
            <a:xfrm>
              <a:off x="13129850" y="19693078"/>
              <a:ext cx="829733" cy="457200"/>
            </a:xfrm>
            <a:prstGeom prst="roundRect">
              <a:avLst/>
            </a:prstGeom>
            <a:solidFill>
              <a:srgbClr val="FF5E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cs typeface="Times New Roman" panose="02020603050405020304" pitchFamily="18" charset="0"/>
                </a:rPr>
                <a:t>São</a:t>
              </a:r>
            </a:p>
          </p:txBody>
        </p: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071D55FD-7CB7-8367-D5B2-F8C68BA771A4}"/>
                </a:ext>
              </a:extLst>
            </p:cNvPr>
            <p:cNvSpPr/>
            <p:nvPr/>
          </p:nvSpPr>
          <p:spPr>
            <a:xfrm>
              <a:off x="15392029" y="19693078"/>
              <a:ext cx="948295" cy="457200"/>
            </a:xfrm>
            <a:prstGeom prst="roundRect">
              <a:avLst/>
            </a:prstGeom>
            <a:solidFill>
              <a:srgbClr val="FBB87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cs typeface="Times New Roman" panose="02020603050405020304" pitchFamily="18" charset="0"/>
                </a:rPr>
                <a:t>,</a:t>
              </a:r>
            </a:p>
          </p:txBody>
        </p:sp>
        <p:sp>
          <p:nvSpPr>
            <p:cNvPr id="85" name="Rounded Rectangular Callout 84">
              <a:extLst>
                <a:ext uri="{FF2B5EF4-FFF2-40B4-BE49-F238E27FC236}">
                  <a16:creationId xmlns:a16="http://schemas.microsoft.com/office/drawing/2014/main" id="{7ED6269C-A215-D6B9-E1C2-F21930F603C1}"/>
                </a:ext>
              </a:extLst>
            </p:cNvPr>
            <p:cNvSpPr/>
            <p:nvPr/>
          </p:nvSpPr>
          <p:spPr>
            <a:xfrm>
              <a:off x="468975" y="19079162"/>
              <a:ext cx="1540042" cy="457200"/>
            </a:xfrm>
            <a:prstGeom prst="wedgeRoundRectCallout">
              <a:avLst/>
            </a:prstGeom>
            <a:solidFill>
              <a:schemeClr val="bg1"/>
            </a:solidFill>
            <a:ln>
              <a:solidFill>
                <a:srgbClr val="FF5E6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cs typeface="Times New Roman" panose="02020603050405020304" pitchFamily="18" charset="0"/>
                </a:rPr>
                <a:t>Entity</a:t>
              </a:r>
            </a:p>
          </p:txBody>
        </p:sp>
        <p:sp>
          <p:nvSpPr>
            <p:cNvPr id="86" name="Rounded Rectangular Callout 85">
              <a:extLst>
                <a:ext uri="{FF2B5EF4-FFF2-40B4-BE49-F238E27FC236}">
                  <a16:creationId xmlns:a16="http://schemas.microsoft.com/office/drawing/2014/main" id="{0D2C7AED-19A2-631B-D0BC-AD7E9FAFF672}"/>
                </a:ext>
              </a:extLst>
            </p:cNvPr>
            <p:cNvSpPr/>
            <p:nvPr/>
          </p:nvSpPr>
          <p:spPr>
            <a:xfrm>
              <a:off x="2855087" y="19079162"/>
              <a:ext cx="1603519" cy="457200"/>
            </a:xfrm>
            <a:prstGeom prst="wedgeRoundRectCallout">
              <a:avLst>
                <a:gd name="adj1" fmla="val -13070"/>
                <a:gd name="adj2" fmla="val 72661"/>
                <a:gd name="adj3" fmla="val 16667"/>
              </a:avLst>
            </a:prstGeom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cs typeface="Times New Roman" panose="02020603050405020304" pitchFamily="18" charset="0"/>
                </a:rPr>
                <a:t>Relation</a:t>
              </a:r>
            </a:p>
          </p:txBody>
        </p:sp>
        <p:sp>
          <p:nvSpPr>
            <p:cNvPr id="87" name="Rounded Rectangular Callout 86">
              <a:extLst>
                <a:ext uri="{FF2B5EF4-FFF2-40B4-BE49-F238E27FC236}">
                  <a16:creationId xmlns:a16="http://schemas.microsoft.com/office/drawing/2014/main" id="{C077D700-7CE1-D549-EE65-810C45A333B3}"/>
                </a:ext>
              </a:extLst>
            </p:cNvPr>
            <p:cNvSpPr/>
            <p:nvPr/>
          </p:nvSpPr>
          <p:spPr>
            <a:xfrm>
              <a:off x="4704515" y="19079162"/>
              <a:ext cx="1958801" cy="457200"/>
            </a:xfrm>
            <a:prstGeom prst="wedgeRoundRectCallout">
              <a:avLst>
                <a:gd name="adj1" fmla="val -41020"/>
                <a:gd name="adj2" fmla="val 79577"/>
                <a:gd name="adj3" fmla="val 16667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cs typeface="Times New Roman" panose="02020603050405020304" pitchFamily="18" charset="0"/>
                </a:rPr>
                <a:t>Stop word</a:t>
              </a:r>
            </a:p>
          </p:txBody>
        </p:sp>
        <p:sp>
          <p:nvSpPr>
            <p:cNvPr id="88" name="Rounded Rectangular Callout 87">
              <a:extLst>
                <a:ext uri="{FF2B5EF4-FFF2-40B4-BE49-F238E27FC236}">
                  <a16:creationId xmlns:a16="http://schemas.microsoft.com/office/drawing/2014/main" id="{5933C40C-DBD7-39D2-9E88-184A10249FDD}"/>
                </a:ext>
              </a:extLst>
            </p:cNvPr>
            <p:cNvSpPr/>
            <p:nvPr/>
          </p:nvSpPr>
          <p:spPr>
            <a:xfrm>
              <a:off x="15099899" y="19079162"/>
              <a:ext cx="2231111" cy="457200"/>
            </a:xfrm>
            <a:prstGeom prst="wedgeRoundRectCallout">
              <a:avLst>
                <a:gd name="adj1" fmla="val -28268"/>
                <a:gd name="adj2" fmla="val 74127"/>
                <a:gd name="adj3" fmla="val 16667"/>
              </a:avLst>
            </a:prstGeom>
            <a:ln>
              <a:solidFill>
                <a:srgbClr val="FBB878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cs typeface="Times New Roman" panose="02020603050405020304" pitchFamily="18" charset="0"/>
                </a:rPr>
                <a:t>Punctuation</a:t>
              </a:r>
            </a:p>
          </p:txBody>
        </p:sp>
        <p:sp>
          <p:nvSpPr>
            <p:cNvPr id="89" name="Rounded Rectangle 88">
              <a:extLst>
                <a:ext uri="{FF2B5EF4-FFF2-40B4-BE49-F238E27FC236}">
                  <a16:creationId xmlns:a16="http://schemas.microsoft.com/office/drawing/2014/main" id="{DC4F266E-B69B-F4B1-43CF-2BB6A1B6FC7E}"/>
                </a:ext>
              </a:extLst>
            </p:cNvPr>
            <p:cNvSpPr/>
            <p:nvPr/>
          </p:nvSpPr>
          <p:spPr>
            <a:xfrm>
              <a:off x="10113188" y="19693078"/>
              <a:ext cx="1658264" cy="4572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cs typeface="Times New Roman" panose="02020603050405020304" pitchFamily="18" charset="0"/>
                </a:rPr>
                <a:t>located</a:t>
              </a:r>
            </a:p>
          </p:txBody>
        </p: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C5D0916A-5C3F-6C09-B692-A813B488D19B}"/>
                </a:ext>
              </a:extLst>
            </p:cNvPr>
            <p:cNvSpPr/>
            <p:nvPr/>
          </p:nvSpPr>
          <p:spPr>
            <a:xfrm>
              <a:off x="11919318" y="19693078"/>
              <a:ext cx="1062666" cy="4572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cs typeface="Times New Roman" panose="02020603050405020304" pitchFamily="18" charset="0"/>
                </a:rPr>
                <a:t>in</a:t>
              </a:r>
            </a:p>
          </p:txBody>
        </p:sp>
        <p:sp>
          <p:nvSpPr>
            <p:cNvPr id="91" name="Rounded Rectangle 90">
              <a:extLst>
                <a:ext uri="{FF2B5EF4-FFF2-40B4-BE49-F238E27FC236}">
                  <a16:creationId xmlns:a16="http://schemas.microsoft.com/office/drawing/2014/main" id="{86727A9B-7046-36DC-DAF5-09223E7A2ED6}"/>
                </a:ext>
              </a:extLst>
            </p:cNvPr>
            <p:cNvSpPr/>
            <p:nvPr/>
          </p:nvSpPr>
          <p:spPr>
            <a:xfrm>
              <a:off x="14107449" y="19693078"/>
              <a:ext cx="1136714" cy="457200"/>
            </a:xfrm>
            <a:prstGeom prst="roundRect">
              <a:avLst/>
            </a:prstGeom>
            <a:solidFill>
              <a:srgbClr val="FF5E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cs typeface="Times New Roman" panose="02020603050405020304" pitchFamily="18" charset="0"/>
                </a:rPr>
                <a:t>Paulo</a:t>
              </a:r>
            </a:p>
          </p:txBody>
        </p:sp>
        <p:sp>
          <p:nvSpPr>
            <p:cNvPr id="92" name="Rounded Rectangle 91">
              <a:extLst>
                <a:ext uri="{FF2B5EF4-FFF2-40B4-BE49-F238E27FC236}">
                  <a16:creationId xmlns:a16="http://schemas.microsoft.com/office/drawing/2014/main" id="{0242BCB1-8D1D-6941-B4E1-C165C73505FF}"/>
                </a:ext>
              </a:extLst>
            </p:cNvPr>
            <p:cNvSpPr/>
            <p:nvPr/>
          </p:nvSpPr>
          <p:spPr>
            <a:xfrm>
              <a:off x="16488190" y="19693078"/>
              <a:ext cx="1136714" cy="457200"/>
            </a:xfrm>
            <a:prstGeom prst="roundRect">
              <a:avLst/>
            </a:prstGeom>
            <a:solidFill>
              <a:srgbClr val="FF5E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cs typeface="Times New Roman" panose="02020603050405020304" pitchFamily="18" charset="0"/>
                </a:rPr>
                <a:t>Brazil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854F33-ED68-0969-ACAA-1223BF08C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z="2400" smtClean="0"/>
              <a:t>4</a:t>
            </a:fld>
            <a:endParaRPr lang="en-US" sz="2400"/>
          </a:p>
        </p:txBody>
      </p:sp>
      <p:pic>
        <p:nvPicPr>
          <p:cNvPr id="10" name="Audio 9">
            <a:extLst>
              <a:ext uri="{FF2B5EF4-FFF2-40B4-BE49-F238E27FC236}">
                <a16:creationId xmlns:a16="http://schemas.microsoft.com/office/drawing/2014/main" id="{E9F77C1F-79C9-FEC3-34C8-E0EA465F5C6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667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365"/>
    </mc:Choice>
    <mc:Fallback xmlns="">
      <p:transition spd="slow" advTm="163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A1A9C-E07A-CB70-91A4-7EA1A27DE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E4969668-DD9F-F8D6-DAF2-6E91904F0278}"/>
              </a:ext>
            </a:extLst>
          </p:cNvPr>
          <p:cNvSpPr txBox="1"/>
          <p:nvPr/>
        </p:nvSpPr>
        <p:spPr>
          <a:xfrm>
            <a:off x="377952" y="6069860"/>
            <a:ext cx="103898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v"/>
            </a:pPr>
            <a:r>
              <a:rPr lang="en-US" sz="2800" b="1">
                <a:solidFill>
                  <a:srgbClr val="C00000"/>
                </a:solidFill>
              </a:rPr>
              <a:t>MDLMs exhibit strong entity-first generation.</a:t>
            </a:r>
          </a:p>
        </p:txBody>
      </p:sp>
      <p:pic>
        <p:nvPicPr>
          <p:cNvPr id="51" name="Picture 50" descr="IDIR – University of Texas at Arlington">
            <a:extLst>
              <a:ext uri="{FF2B5EF4-FFF2-40B4-BE49-F238E27FC236}">
                <a16:creationId xmlns:a16="http://schemas.microsoft.com/office/drawing/2014/main" id="{DFDAFFDB-BD08-42D5-CCBD-26158775DD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8816" y="216409"/>
            <a:ext cx="1475232" cy="60484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42566AD-A56F-482C-F116-DC989F6B4573}"/>
              </a:ext>
            </a:extLst>
          </p:cNvPr>
          <p:cNvGrpSpPr/>
          <p:nvPr/>
        </p:nvGrpSpPr>
        <p:grpSpPr>
          <a:xfrm>
            <a:off x="447510" y="1345958"/>
            <a:ext cx="11124380" cy="3226042"/>
            <a:chOff x="1337756" y="21104966"/>
            <a:chExt cx="16662628" cy="54864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83C6ABB-C31E-FF21-A670-76D3210C4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37756" y="21104966"/>
              <a:ext cx="7380050" cy="54864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95D2A6E-4324-A1A1-C407-5EAB55219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20333" y="21104966"/>
              <a:ext cx="7380051" cy="5486400"/>
            </a:xfrm>
            <a:prstGeom prst="rect">
              <a:avLst/>
            </a:prstGeom>
          </p:spPr>
        </p:pic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018FE4-0752-B46B-2A06-04AB6A00A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z="2400" smtClean="0"/>
              <a:t>5</a:t>
            </a:fld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928A0C-70FB-0837-211E-2E2BE714F5BB}"/>
                  </a:ext>
                </a:extLst>
              </p:cNvPr>
              <p:cNvSpPr txBox="1"/>
              <p:nvPr/>
            </p:nvSpPr>
            <p:spPr>
              <a:xfrm>
                <a:off x="377952" y="4653674"/>
                <a:ext cx="11293365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For each committed token, record its output position and commitment timestep. Normalize the timestep to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en-US" sz="2800">
                            <a:solidFill>
                              <a:schemeClr val="tx2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chemeClr val="tx2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 sz="2800">
                            <a:solidFill>
                              <a:schemeClr val="tx2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 to enable comparison across sequence lengths and different denoising schedules.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928A0C-70FB-0837-211E-2E2BE714F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52" y="4653674"/>
                <a:ext cx="11293365" cy="1384995"/>
              </a:xfrm>
              <a:prstGeom prst="rect">
                <a:avLst/>
              </a:prstGeom>
              <a:blipFill>
                <a:blip r:embed="rId8"/>
                <a:stretch>
                  <a:fillRect l="-1079" t="-3947" b="-11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BC5388E-AA31-4D19-026B-B5CF97D571E6}"/>
              </a:ext>
            </a:extLst>
          </p:cNvPr>
          <p:cNvSpPr txBox="1"/>
          <p:nvPr/>
        </p:nvSpPr>
        <p:spPr>
          <a:xfrm>
            <a:off x="377952" y="134112"/>
            <a:ext cx="54575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>
                <a:solidFill>
                  <a:schemeClr val="tx2">
                    <a:lumMod val="90000"/>
                    <a:lumOff val="10000"/>
                  </a:schemeClr>
                </a:solidFill>
              </a:rPr>
              <a:t>Trajectory Recording</a:t>
            </a:r>
          </a:p>
        </p:txBody>
      </p:sp>
      <p:pic>
        <p:nvPicPr>
          <p:cNvPr id="28" name="Audio 27">
            <a:extLst>
              <a:ext uri="{FF2B5EF4-FFF2-40B4-BE49-F238E27FC236}">
                <a16:creationId xmlns:a16="http://schemas.microsoft.com/office/drawing/2014/main" id="{BE691B22-95BD-DF4C-DF05-DE6FE1D3FB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3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93"/>
    </mc:Choice>
    <mc:Fallback xmlns="">
      <p:transition spd="slow" advTm="29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E20BE-FA14-3C31-FFEC-6037B8879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051F5956-23E4-D1BD-7294-60FEE45B82C4}"/>
              </a:ext>
            </a:extLst>
          </p:cNvPr>
          <p:cNvSpPr txBox="1"/>
          <p:nvPr/>
        </p:nvSpPr>
        <p:spPr>
          <a:xfrm>
            <a:off x="377952" y="134112"/>
            <a:ext cx="79816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>
                <a:solidFill>
                  <a:schemeClr val="tx2">
                    <a:lumMod val="90000"/>
                    <a:lumOff val="10000"/>
                  </a:schemeClr>
                </a:solidFill>
              </a:rPr>
              <a:t>𝝀−𝐒𝐜𝐚𝐥𝐞𝐝 𝐒𝐭𝐫𝐮𝐜𝐭𝐮𝐫𝐚𝐥 𝐃𝐞𝐜𝐨𝐝𝐢𝐧𝐠</a:t>
            </a:r>
            <a:endParaRPr lang="en-US" sz="4400" b="1"/>
          </a:p>
        </p:txBody>
      </p:sp>
      <p:pic>
        <p:nvPicPr>
          <p:cNvPr id="51" name="Picture 50" descr="IDIR – University of Texas at Arlington">
            <a:extLst>
              <a:ext uri="{FF2B5EF4-FFF2-40B4-BE49-F238E27FC236}">
                <a16:creationId xmlns:a16="http://schemas.microsoft.com/office/drawing/2014/main" id="{F21A4F82-14B7-1A6B-DB7A-A34E06DE21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8816" y="216409"/>
            <a:ext cx="1475232" cy="60484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86E2CE4-C748-D772-E4EE-1D1624D0B4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953586"/>
              </p:ext>
            </p:extLst>
          </p:nvPr>
        </p:nvGraphicFramePr>
        <p:xfrm>
          <a:off x="252062" y="1078806"/>
          <a:ext cx="4972050" cy="2929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7831">
                  <a:extLst>
                    <a:ext uri="{9D8B030D-6E8A-4147-A177-3AD203B41FA5}">
                      <a16:colId xmlns:a16="http://schemas.microsoft.com/office/drawing/2014/main" val="4177991737"/>
                    </a:ext>
                  </a:extLst>
                </a:gridCol>
                <a:gridCol w="954456">
                  <a:extLst>
                    <a:ext uri="{9D8B030D-6E8A-4147-A177-3AD203B41FA5}">
                      <a16:colId xmlns:a16="http://schemas.microsoft.com/office/drawing/2014/main" val="3223150134"/>
                    </a:ext>
                  </a:extLst>
                </a:gridCol>
                <a:gridCol w="1579763">
                  <a:extLst>
                    <a:ext uri="{9D8B030D-6E8A-4147-A177-3AD203B41FA5}">
                      <a16:colId xmlns:a16="http://schemas.microsoft.com/office/drawing/2014/main" val="534821400"/>
                    </a:ext>
                  </a:extLst>
                </a:gridCol>
              </a:tblGrid>
              <a:tr h="535254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Matrix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LLaDA</a:t>
                      </a:r>
                      <a:endParaRPr lang="en-US" sz="2000" b="1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err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LLaDA</a:t>
                      </a:r>
                      <a:r>
                        <a:rPr lang="en-US" sz="2000" b="1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SFT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415496"/>
                  </a:ext>
                </a:extLst>
              </a:tr>
              <a:tr h="478912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Content Before “.”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60.9%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17.8%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82417"/>
                  </a:ext>
                </a:extLst>
              </a:tr>
              <a:tr h="478912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Mean First  “.”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0.652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0.144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414584"/>
                  </a:ext>
                </a:extLst>
              </a:tr>
              <a:tr h="478912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Median First “.”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0.835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0.062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942858"/>
                  </a:ext>
                </a:extLst>
              </a:tr>
              <a:tr h="478912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Periods / Sample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2.44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534001"/>
                  </a:ext>
                </a:extLst>
              </a:tr>
              <a:tr h="478912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EOS / Sample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37.2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21.4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11637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0B8FAF-FD5B-3A13-9CE4-95B219030193}"/>
                  </a:ext>
                </a:extLst>
              </p:cNvPr>
              <p:cNvSpPr txBox="1"/>
              <p:nvPr/>
            </p:nvSpPr>
            <p:spPr>
              <a:xfrm>
                <a:off x="134539" y="4183873"/>
                <a:ext cx="5777622" cy="916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̃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acc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λ</m:t>
                              </m:r>
                              <m:sSub>
                                <m:sSubPr>
                                  <m:ctrlPr>
                                    <a:rPr lang="en-US" sz="2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b>
                                <m:sSubPr>
                                  <m:ctrl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ϵ</m:t>
                              </m:r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{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punctuation</m:t>
                              </m:r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EOS</m:t>
                              </m:r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EOT</m:t>
                              </m:r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sz="2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0B8FAF-FD5B-3A13-9CE4-95B219030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39" y="4183873"/>
                <a:ext cx="5777622" cy="9161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1B1DDF-A3B1-1397-8EC1-6FFC49787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z="2400" smtClean="0"/>
              <a:t>6</a:t>
            </a:fld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DB87DC-AE00-3EA3-5A35-D010BD00A977}"/>
                  </a:ext>
                </a:extLst>
              </p:cNvPr>
              <p:cNvSpPr txBox="1"/>
              <p:nvPr/>
            </p:nvSpPr>
            <p:spPr>
              <a:xfrm>
                <a:off x="134539" y="5151814"/>
                <a:ext cx="577762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At each denoising step, before tokens are committed, we multiply the predicted confidence of any structural token by a scalar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400" b="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endChr m:val="]"/>
                        <m:ctrlPr>
                          <a:rPr lang="en-US" sz="2400" b="0" i="1" smtClean="0">
                            <a:solidFill>
                              <a:schemeClr val="tx2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0 , 1 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.</m:t>
                    </m:r>
                  </m:oMath>
                </a14:m>
                <a:endParaRPr lang="en-US" sz="2400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DB87DC-AE00-3EA3-5A35-D010BD00A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39" y="5151814"/>
                <a:ext cx="5777622" cy="1569660"/>
              </a:xfrm>
              <a:prstGeom prst="rect">
                <a:avLst/>
              </a:prstGeom>
              <a:blipFill>
                <a:blip r:embed="rId7"/>
                <a:stretch>
                  <a:fillRect l="-1582" t="-3101" r="-2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6B92330-8E85-F613-E228-1F0D70C4C9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0429581"/>
                  </p:ext>
                </p:extLst>
              </p:nvPr>
            </p:nvGraphicFramePr>
            <p:xfrm>
              <a:off x="5912161" y="1089936"/>
              <a:ext cx="6157060" cy="29396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1412">
                      <a:extLst>
                        <a:ext uri="{9D8B030D-6E8A-4147-A177-3AD203B41FA5}">
                          <a16:colId xmlns:a16="http://schemas.microsoft.com/office/drawing/2014/main" val="4177991737"/>
                        </a:ext>
                      </a:extLst>
                    </a:gridCol>
                    <a:gridCol w="1231412">
                      <a:extLst>
                        <a:ext uri="{9D8B030D-6E8A-4147-A177-3AD203B41FA5}">
                          <a16:colId xmlns:a16="http://schemas.microsoft.com/office/drawing/2014/main" val="3047812594"/>
                        </a:ext>
                      </a:extLst>
                    </a:gridCol>
                    <a:gridCol w="1231412">
                      <a:extLst>
                        <a:ext uri="{9D8B030D-6E8A-4147-A177-3AD203B41FA5}">
                          <a16:colId xmlns:a16="http://schemas.microsoft.com/office/drawing/2014/main" val="534821400"/>
                        </a:ext>
                      </a:extLst>
                    </a:gridCol>
                    <a:gridCol w="1231412">
                      <a:extLst>
                        <a:ext uri="{9D8B030D-6E8A-4147-A177-3AD203B41FA5}">
                          <a16:colId xmlns:a16="http://schemas.microsoft.com/office/drawing/2014/main" val="802037600"/>
                        </a:ext>
                      </a:extLst>
                    </a:gridCol>
                    <a:gridCol w="1231412">
                      <a:extLst>
                        <a:ext uri="{9D8B030D-6E8A-4147-A177-3AD203B41FA5}">
                          <a16:colId xmlns:a16="http://schemas.microsoft.com/office/drawing/2014/main" val="1980951253"/>
                        </a:ext>
                      </a:extLst>
                    </a:gridCol>
                  </a:tblGrid>
                  <a:tr h="63642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000" b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𝝀</m:t>
                                </m:r>
                              </m:oMath>
                            </m:oMathPara>
                          </a14:m>
                          <a:endParaRPr lang="en-US" sz="2000" b="1">
                            <a:solidFill>
                              <a:schemeClr val="tx1"/>
                            </a:solidFill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BLEU-4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METEOR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ROUGE_L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err="1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CIDEr</a:t>
                          </a:r>
                          <a:endParaRPr lang="en-US" sz="2000" b="1">
                            <a:solidFill>
                              <a:schemeClr val="tx1"/>
                            </a:solidFill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5415496"/>
                      </a:ext>
                    </a:extLst>
                  </a:tr>
                  <a:tr h="447719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LLaDA-8B </a:t>
                          </a:r>
                          <a:r>
                            <a:rPr lang="en-US" sz="2000" baseline="-25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SFT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>
                            <a:solidFill>
                              <a:schemeClr val="tx1"/>
                            </a:solidFill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>
                            <a:solidFill>
                              <a:schemeClr val="tx1"/>
                            </a:solidFill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>
                            <a:solidFill>
                              <a:schemeClr val="tx1"/>
                            </a:solidFill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>
                            <a:solidFill>
                              <a:schemeClr val="tx1"/>
                            </a:solidFill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55528664"/>
                      </a:ext>
                    </a:extLst>
                  </a:tr>
                  <a:tr h="4477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1.00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44.3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41.5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63.5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2.17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6414584"/>
                      </a:ext>
                    </a:extLst>
                  </a:tr>
                  <a:tr h="4477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0.75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45.6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41.8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65.1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2.38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12942858"/>
                      </a:ext>
                    </a:extLst>
                  </a:tr>
                  <a:tr h="4477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0.50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53.7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43.4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68.6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3.18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44534001"/>
                      </a:ext>
                    </a:extLst>
                  </a:tr>
                  <a:tr h="4477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0.25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45.0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41.8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65.5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2.41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531163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6B92330-8E85-F613-E228-1F0D70C4C9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0429581"/>
                  </p:ext>
                </p:extLst>
              </p:nvPr>
            </p:nvGraphicFramePr>
            <p:xfrm>
              <a:off x="5912161" y="1089936"/>
              <a:ext cx="6157060" cy="28750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1412">
                      <a:extLst>
                        <a:ext uri="{9D8B030D-6E8A-4147-A177-3AD203B41FA5}">
                          <a16:colId xmlns:a16="http://schemas.microsoft.com/office/drawing/2014/main" val="4177991737"/>
                        </a:ext>
                      </a:extLst>
                    </a:gridCol>
                    <a:gridCol w="1231412">
                      <a:extLst>
                        <a:ext uri="{9D8B030D-6E8A-4147-A177-3AD203B41FA5}">
                          <a16:colId xmlns:a16="http://schemas.microsoft.com/office/drawing/2014/main" val="3047812594"/>
                        </a:ext>
                      </a:extLst>
                    </a:gridCol>
                    <a:gridCol w="1231412">
                      <a:extLst>
                        <a:ext uri="{9D8B030D-6E8A-4147-A177-3AD203B41FA5}">
                          <a16:colId xmlns:a16="http://schemas.microsoft.com/office/drawing/2014/main" val="534821400"/>
                        </a:ext>
                      </a:extLst>
                    </a:gridCol>
                    <a:gridCol w="1231412">
                      <a:extLst>
                        <a:ext uri="{9D8B030D-6E8A-4147-A177-3AD203B41FA5}">
                          <a16:colId xmlns:a16="http://schemas.microsoft.com/office/drawing/2014/main" val="802037600"/>
                        </a:ext>
                      </a:extLst>
                    </a:gridCol>
                    <a:gridCol w="1231412">
                      <a:extLst>
                        <a:ext uri="{9D8B030D-6E8A-4147-A177-3AD203B41FA5}">
                          <a16:colId xmlns:a16="http://schemas.microsoft.com/office/drawing/2014/main" val="1980951253"/>
                        </a:ext>
                      </a:extLst>
                    </a:gridCol>
                  </a:tblGrid>
                  <a:tr h="6364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t="-1905" r="-401980" b="-36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BLEU-4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METEOR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ROUGE_L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err="1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CIDEr</a:t>
                          </a:r>
                          <a:endParaRPr lang="en-US" sz="2000" b="1">
                            <a:solidFill>
                              <a:schemeClr val="tx1"/>
                            </a:solidFill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5415496"/>
                      </a:ext>
                    </a:extLst>
                  </a:tr>
                  <a:tr h="447719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LLaDA-8B </a:t>
                          </a:r>
                          <a:r>
                            <a:rPr lang="en-US" sz="2000" baseline="-25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SFT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>
                            <a:solidFill>
                              <a:schemeClr val="tx1"/>
                            </a:solidFill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>
                            <a:solidFill>
                              <a:schemeClr val="tx1"/>
                            </a:solidFill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>
                            <a:solidFill>
                              <a:schemeClr val="tx1"/>
                            </a:solidFill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>
                            <a:solidFill>
                              <a:schemeClr val="tx1"/>
                            </a:solidFill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55528664"/>
                      </a:ext>
                    </a:extLst>
                  </a:tr>
                  <a:tr h="4477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1.00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44.3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41.5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63.5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2.17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6414584"/>
                      </a:ext>
                    </a:extLst>
                  </a:tr>
                  <a:tr h="4477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0.75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45.6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41.8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65.1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2.38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12942858"/>
                      </a:ext>
                    </a:extLst>
                  </a:tr>
                  <a:tr h="4477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0.50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53.7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43.4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68.6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3.18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44534001"/>
                      </a:ext>
                    </a:extLst>
                  </a:tr>
                  <a:tr h="4477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0.25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45.0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41.8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65.5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>
                              <a:solidFill>
                                <a:schemeClr val="tx1"/>
                              </a:solidFill>
                              <a:latin typeface="+mn-lt"/>
                              <a:cs typeface="Times New Roman" panose="02020603050405020304" pitchFamily="18" charset="0"/>
                            </a:rPr>
                            <a:t>2.41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531163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EBDB2279-2136-1763-D710-F3E8515C59CB}"/>
              </a:ext>
            </a:extLst>
          </p:cNvPr>
          <p:cNvSpPr/>
          <p:nvPr/>
        </p:nvSpPr>
        <p:spPr>
          <a:xfrm>
            <a:off x="2738087" y="1649373"/>
            <a:ext cx="2201172" cy="4213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93CD83-3D2E-C1F5-D736-6D0406CE05D5}"/>
              </a:ext>
            </a:extLst>
          </p:cNvPr>
          <p:cNvSpPr/>
          <p:nvPr/>
        </p:nvSpPr>
        <p:spPr>
          <a:xfrm>
            <a:off x="7185169" y="2300392"/>
            <a:ext cx="1081906" cy="3208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0F25AF-416A-4982-DA7E-7DF61DDB57FA}"/>
              </a:ext>
            </a:extLst>
          </p:cNvPr>
          <p:cNvSpPr/>
          <p:nvPr/>
        </p:nvSpPr>
        <p:spPr>
          <a:xfrm>
            <a:off x="7185169" y="3164981"/>
            <a:ext cx="1081906" cy="3208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Audio 33">
            <a:extLst>
              <a:ext uri="{FF2B5EF4-FFF2-40B4-BE49-F238E27FC236}">
                <a16:creationId xmlns:a16="http://schemas.microsoft.com/office/drawing/2014/main" id="{48B83189-C7C9-8DCB-BB5E-D5202E98627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66E906-2CEF-286D-486D-212F9E8B56D8}"/>
              </a:ext>
            </a:extLst>
          </p:cNvPr>
          <p:cNvSpPr txBox="1"/>
          <p:nvPr/>
        </p:nvSpPr>
        <p:spPr>
          <a:xfrm>
            <a:off x="5912519" y="5151814"/>
            <a:ext cx="6156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tx2">
                    <a:lumMod val="90000"/>
                    <a:lumOff val="10000"/>
                  </a:schemeClr>
                </a:solidFill>
              </a:rPr>
              <a:t>Scaling helps mitigate premature structural commitment from fine-tuned models and improve the quality of their generated text.</a:t>
            </a:r>
          </a:p>
        </p:txBody>
      </p:sp>
    </p:spTree>
    <p:extLst>
      <p:ext uri="{BB962C8B-B14F-4D97-AF65-F5344CB8AC3E}">
        <p14:creationId xmlns:p14="http://schemas.microsoft.com/office/powerpoint/2010/main" val="376449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744"/>
    </mc:Choice>
    <mc:Fallback xmlns="">
      <p:transition spd="slow" advTm="737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4C299-6796-8FD5-A7D2-0010C67E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4CC7426D-B02F-DE3F-0A74-2A88C7B852BB}"/>
              </a:ext>
            </a:extLst>
          </p:cNvPr>
          <p:cNvSpPr txBox="1"/>
          <p:nvPr/>
        </p:nvSpPr>
        <p:spPr>
          <a:xfrm>
            <a:off x="377952" y="134112"/>
            <a:ext cx="61230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>
                <a:solidFill>
                  <a:schemeClr val="tx2">
                    <a:lumMod val="90000"/>
                    <a:lumOff val="10000"/>
                  </a:schemeClr>
                </a:solidFill>
              </a:rPr>
              <a:t>Graph-</a:t>
            </a:r>
            <a:r>
              <a:rPr lang="en-US" sz="4400" b="1" err="1">
                <a:solidFill>
                  <a:schemeClr val="tx2">
                    <a:lumMod val="90000"/>
                    <a:lumOff val="10000"/>
                  </a:schemeClr>
                </a:solidFill>
              </a:rPr>
              <a:t>LLaDA</a:t>
            </a:r>
            <a:r>
              <a:rPr lang="en-US" sz="4400" b="1">
                <a:solidFill>
                  <a:schemeClr val="tx2">
                    <a:lumMod val="90000"/>
                    <a:lumOff val="10000"/>
                  </a:schemeClr>
                </a:solidFill>
              </a:rPr>
              <a:t> Structure</a:t>
            </a:r>
          </a:p>
        </p:txBody>
      </p:sp>
      <p:pic>
        <p:nvPicPr>
          <p:cNvPr id="51" name="Picture 50" descr="IDIR – University of Texas at Arlington">
            <a:extLst>
              <a:ext uri="{FF2B5EF4-FFF2-40B4-BE49-F238E27FC236}">
                <a16:creationId xmlns:a16="http://schemas.microsoft.com/office/drawing/2014/main" id="{10B8769A-B637-7CCE-1363-DAD389FB19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8816" y="216409"/>
            <a:ext cx="1475232" cy="60484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DA258B6-0663-D480-BF5D-6A38776D3E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49" y="1310385"/>
            <a:ext cx="6706944" cy="5260837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E91BE0DF-BF82-3210-3532-00087EB1721A}"/>
              </a:ext>
            </a:extLst>
          </p:cNvPr>
          <p:cNvGrpSpPr/>
          <p:nvPr/>
        </p:nvGrpSpPr>
        <p:grpSpPr>
          <a:xfrm>
            <a:off x="6989877" y="3140189"/>
            <a:ext cx="4418324" cy="1569660"/>
            <a:chOff x="6542080" y="1095507"/>
            <a:chExt cx="4418324" cy="156966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837F94-BBC5-A659-40DE-2F1B32779F70}"/>
                </a:ext>
              </a:extLst>
            </p:cNvPr>
            <p:cNvSpPr txBox="1"/>
            <p:nvPr/>
          </p:nvSpPr>
          <p:spPr>
            <a:xfrm>
              <a:off x="6542080" y="1095507"/>
              <a:ext cx="368707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/>
                <a:t>Stage </a:t>
              </a:r>
              <a:r>
                <a:rPr lang="en-US" altLang="zh-CN" sz="2400" b="1"/>
                <a:t>1</a:t>
              </a:r>
              <a:endParaRPr lang="en-US" sz="2400"/>
            </a:p>
            <a:p>
              <a:pPr marL="342900" indent="-342900">
                <a:buFont typeface="Wingdings" pitchFamily="2" charset="2"/>
                <a:buChar char="v"/>
              </a:pPr>
              <a:r>
                <a:rPr lang="en-US" sz="2400"/>
                <a:t>Freeze </a:t>
              </a:r>
              <a:r>
                <a:rPr lang="en-US" sz="2400" err="1"/>
                <a:t>LLaDA</a:t>
              </a:r>
              <a:r>
                <a:rPr lang="zh-CN" altLang="en-US" sz="2400"/>
                <a:t> </a:t>
              </a:r>
              <a:endParaRPr lang="en-US" sz="2400"/>
            </a:p>
            <a:p>
              <a:pPr marL="342900" indent="-342900">
                <a:buFont typeface="Wingdings" pitchFamily="2" charset="2"/>
                <a:buChar char="v"/>
              </a:pPr>
              <a:r>
                <a:rPr lang="en-US" sz="2400"/>
                <a:t>Train Graph Transformer + Projector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7A43993-7711-1BF2-C465-2A24D51F6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38417" y="1917896"/>
              <a:ext cx="321987" cy="322849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BDEEF69E-5C12-90B7-D6D3-09B599BD5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51182" y="1517021"/>
              <a:ext cx="268323" cy="322849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BC0F5-C5F9-0A6A-50FD-53E90C040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z="2400" smtClean="0"/>
              <a:t>7</a:t>
            </a:fld>
            <a:endParaRPr 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A420E9-1E0F-E3EC-CD76-7670100BA6F7}"/>
              </a:ext>
            </a:extLst>
          </p:cNvPr>
          <p:cNvSpPr txBox="1"/>
          <p:nvPr/>
        </p:nvSpPr>
        <p:spPr>
          <a:xfrm>
            <a:off x="6920896" y="1054557"/>
            <a:ext cx="49212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tx2">
                    <a:lumMod val="90000"/>
                    <a:lumOff val="10000"/>
                  </a:schemeClr>
                </a:solidFill>
              </a:rPr>
              <a:t>We propose Graph-</a:t>
            </a:r>
            <a:r>
              <a:rPr lang="en-US" sz="2400" err="1">
                <a:solidFill>
                  <a:schemeClr val="tx2">
                    <a:lumMod val="90000"/>
                    <a:lumOff val="10000"/>
                  </a:schemeClr>
                </a:solidFill>
              </a:rPr>
              <a:t>LLaDA</a:t>
            </a:r>
            <a:r>
              <a:rPr lang="en-US" sz="2400">
                <a:solidFill>
                  <a:schemeClr val="tx2">
                    <a:lumMod val="90000"/>
                    <a:lumOff val="10000"/>
                  </a:schemeClr>
                </a:solidFill>
              </a:rPr>
              <a:t>, a graph-aware diffusion model designed to </a:t>
            </a:r>
            <a:r>
              <a:rPr lang="en-US" sz="2400" b="1">
                <a:solidFill>
                  <a:srgbClr val="C00000"/>
                </a:solidFill>
              </a:rPr>
              <a:t>preserve graph structure </a:t>
            </a:r>
            <a:r>
              <a:rPr lang="en-US" sz="2400">
                <a:solidFill>
                  <a:schemeClr val="tx2">
                    <a:lumMod val="90000"/>
                    <a:lumOff val="10000"/>
                  </a:schemeClr>
                </a:solidFill>
              </a:rPr>
              <a:t>during generation, improving graph-to-text quality and generalization.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D58D66-131F-73BB-21B3-23C167C8D1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4911" y="5719862"/>
            <a:ext cx="321987" cy="322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3293EF-9513-B6E5-C871-72740845A4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8979" y="5324724"/>
            <a:ext cx="268323" cy="3228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35712D-423B-6F2E-5E4C-AE57E7A609F1}"/>
              </a:ext>
            </a:extLst>
          </p:cNvPr>
          <p:cNvSpPr txBox="1"/>
          <p:nvPr/>
        </p:nvSpPr>
        <p:spPr>
          <a:xfrm>
            <a:off x="7035533" y="4875702"/>
            <a:ext cx="39634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Stage 2</a:t>
            </a:r>
            <a:endParaRPr lang="en-US" sz="2400"/>
          </a:p>
          <a:p>
            <a:pPr marL="342900" indent="-342900">
              <a:buFont typeface="Wingdings" pitchFamily="2" charset="2"/>
              <a:buChar char="v"/>
            </a:pPr>
            <a:r>
              <a:rPr lang="en-US" sz="2400"/>
              <a:t>Freeze Graph Transformer</a:t>
            </a:r>
          </a:p>
          <a:p>
            <a:pPr marL="342900" lvl="1" indent="-342900">
              <a:buFont typeface="Wingdings" pitchFamily="2" charset="2"/>
              <a:buChar char="v"/>
            </a:pPr>
            <a:r>
              <a:rPr lang="en-US" sz="2400"/>
              <a:t>Train Projector + </a:t>
            </a:r>
            <a:r>
              <a:rPr lang="en-US" sz="2400" err="1"/>
              <a:t>LoRA</a:t>
            </a:r>
            <a:r>
              <a:rPr lang="en-US" sz="2400"/>
              <a:t> adapters</a:t>
            </a:r>
          </a:p>
        </p:txBody>
      </p:sp>
      <p:pic>
        <p:nvPicPr>
          <p:cNvPr id="133" name="Audio 132">
            <a:extLst>
              <a:ext uri="{FF2B5EF4-FFF2-40B4-BE49-F238E27FC236}">
                <a16:creationId xmlns:a16="http://schemas.microsoft.com/office/drawing/2014/main" id="{7EBE9961-9F0B-0732-E087-2F671D8581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025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770"/>
    </mc:Choice>
    <mc:Fallback xmlns="">
      <p:transition spd="slow" advTm="697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4D8D4-4B96-08A0-0C8D-70030D8B1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C6591919-273E-109A-4C80-925AE0935BEF}"/>
              </a:ext>
            </a:extLst>
          </p:cNvPr>
          <p:cNvSpPr txBox="1"/>
          <p:nvPr/>
        </p:nvSpPr>
        <p:spPr>
          <a:xfrm>
            <a:off x="377952" y="134112"/>
            <a:ext cx="45277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>
                <a:solidFill>
                  <a:schemeClr val="tx2">
                    <a:lumMod val="90000"/>
                    <a:lumOff val="10000"/>
                  </a:schemeClr>
                </a:solidFill>
              </a:rPr>
              <a:t>Evaluation Setup</a:t>
            </a:r>
          </a:p>
        </p:txBody>
      </p:sp>
      <p:pic>
        <p:nvPicPr>
          <p:cNvPr id="51" name="Picture 50" descr="IDIR – University of Texas at Arlington">
            <a:extLst>
              <a:ext uri="{FF2B5EF4-FFF2-40B4-BE49-F238E27FC236}">
                <a16:creationId xmlns:a16="http://schemas.microsoft.com/office/drawing/2014/main" id="{A94CB6E1-222C-B1E0-8C30-480581A8D9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8816" y="216409"/>
            <a:ext cx="1475232" cy="60484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B6D7052-6966-AF70-273F-0EFA4A803C8C}"/>
              </a:ext>
            </a:extLst>
          </p:cNvPr>
          <p:cNvGrpSpPr/>
          <p:nvPr/>
        </p:nvGrpSpPr>
        <p:grpSpPr>
          <a:xfrm>
            <a:off x="436830" y="1467611"/>
            <a:ext cx="11115354" cy="4209529"/>
            <a:chOff x="868568" y="1348995"/>
            <a:chExt cx="9108808" cy="360020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A5354A7-A68E-7F4F-0EF2-94B6E25742BF}"/>
                </a:ext>
              </a:extLst>
            </p:cNvPr>
            <p:cNvSpPr txBox="1"/>
            <p:nvPr/>
          </p:nvSpPr>
          <p:spPr>
            <a:xfrm>
              <a:off x="868568" y="1348995"/>
              <a:ext cx="186422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>
                  <a:solidFill>
                    <a:schemeClr val="accent1">
                      <a:lumMod val="75000"/>
                    </a:schemeClr>
                  </a:solidFill>
                </a:rPr>
                <a:t>Datasets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DD2B775-1876-E2B2-0653-5C856D6B9F66}"/>
                </a:ext>
              </a:extLst>
            </p:cNvPr>
            <p:cNvSpPr txBox="1"/>
            <p:nvPr/>
          </p:nvSpPr>
          <p:spPr>
            <a:xfrm>
              <a:off x="868568" y="3193235"/>
              <a:ext cx="155844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>
                  <a:solidFill>
                    <a:schemeClr val="accent1">
                      <a:lumMod val="75000"/>
                    </a:schemeClr>
                  </a:solidFill>
                </a:rPr>
                <a:t>Models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EC1903C-AB48-966D-564E-F030725C0467}"/>
                </a:ext>
              </a:extLst>
            </p:cNvPr>
            <p:cNvSpPr txBox="1"/>
            <p:nvPr/>
          </p:nvSpPr>
          <p:spPr>
            <a:xfrm>
              <a:off x="1160082" y="1980173"/>
              <a:ext cx="6680484" cy="8160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buFont typeface="Wingdings" pitchFamily="2" charset="2"/>
                <a:buChar char="v"/>
              </a:pPr>
              <a:r>
                <a:rPr lang="en-US" sz="2800" b="1" err="1"/>
                <a:t>WebNLG</a:t>
              </a:r>
              <a:r>
                <a:rPr lang="en-US" sz="2800"/>
                <a:t>: Human annotated benchmark dataset</a:t>
              </a:r>
            </a:p>
            <a:p>
              <a:pPr marL="457200" indent="-457200">
                <a:buFont typeface="Wingdings" pitchFamily="2" charset="2"/>
                <a:buChar char="v"/>
              </a:pPr>
              <a:r>
                <a:rPr lang="en-US" sz="2800" b="1"/>
                <a:t>LAGRANGE</a:t>
              </a:r>
              <a:r>
                <a:rPr lang="en-US" sz="2800"/>
                <a:t>: Automatically constructed dataset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EFADCE0-0D25-9937-8B0E-B866F4A25C85}"/>
                </a:ext>
              </a:extLst>
            </p:cNvPr>
            <p:cNvSpPr txBox="1"/>
            <p:nvPr/>
          </p:nvSpPr>
          <p:spPr>
            <a:xfrm>
              <a:off x="1160081" y="3764679"/>
              <a:ext cx="8817295" cy="11845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lvl="0" indent="-457200">
                <a:buFont typeface="Wingdings" pitchFamily="2" charset="2"/>
                <a:buChar char="v"/>
              </a:pPr>
              <a:r>
                <a:rPr lang="en-US" sz="2800" b="1"/>
                <a:t>Autoregressive LLMs</a:t>
              </a:r>
              <a:r>
                <a:rPr lang="en-US" sz="2800"/>
                <a:t>: </a:t>
              </a:r>
              <a:r>
                <a:rPr lang="en-US" sz="2800" err="1"/>
                <a:t>LLaMA</a:t>
              </a:r>
              <a:r>
                <a:rPr lang="en-US" sz="2800"/>
                <a:t> 3.1, </a:t>
              </a:r>
              <a:r>
                <a:rPr lang="en-US" sz="2800" err="1"/>
                <a:t>LLaMA</a:t>
              </a:r>
              <a:r>
                <a:rPr lang="en-US" sz="2800"/>
                <a:t> 3.3, Qwen 3 </a:t>
              </a:r>
            </a:p>
            <a:p>
              <a:pPr marL="457200" lvl="0" indent="-457200">
                <a:buFont typeface="Wingdings" pitchFamily="2" charset="2"/>
                <a:buChar char="v"/>
              </a:pPr>
              <a:r>
                <a:rPr lang="en-US" sz="2800" b="1"/>
                <a:t>Masked Diffusion Models</a:t>
              </a:r>
              <a:r>
                <a:rPr lang="en-US" sz="2800"/>
                <a:t>: LLaDA-8B, Dream-7B, Graph-</a:t>
              </a:r>
              <a:r>
                <a:rPr lang="en-US" sz="2800" err="1"/>
                <a:t>LLaDA</a:t>
              </a:r>
              <a:r>
                <a:rPr lang="en-US" sz="2800"/>
                <a:t> </a:t>
              </a:r>
            </a:p>
            <a:p>
              <a:pPr marL="457200" lvl="0" indent="-457200">
                <a:buFont typeface="Wingdings" pitchFamily="2" charset="2"/>
                <a:buChar char="v"/>
              </a:pPr>
              <a:r>
                <a:rPr lang="en-US" sz="2800" b="1"/>
                <a:t>Supervised Graph-to-Text Models</a:t>
              </a:r>
              <a:r>
                <a:rPr lang="en-US" sz="2800"/>
                <a:t>: GAP, </a:t>
              </a:r>
              <a:r>
                <a:rPr lang="en-US" sz="2800" err="1"/>
                <a:t>JointGT</a:t>
              </a:r>
              <a:r>
                <a:rPr lang="en-US" sz="2800"/>
                <a:t> and MGSA 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68748-193C-6CB0-B39A-8045EAE45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z="2400" smtClean="0"/>
              <a:t>8</a:t>
            </a:fld>
            <a:endParaRPr lang="en-US" sz="2400"/>
          </a:p>
        </p:txBody>
      </p:sp>
      <p:pic>
        <p:nvPicPr>
          <p:cNvPr id="80" name="Audio 79">
            <a:extLst>
              <a:ext uri="{FF2B5EF4-FFF2-40B4-BE49-F238E27FC236}">
                <a16:creationId xmlns:a16="http://schemas.microsoft.com/office/drawing/2014/main" id="{FB88FABA-7870-D06B-1151-7897673C5E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323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160"/>
    </mc:Choice>
    <mc:Fallback xmlns="">
      <p:transition spd="slow" advTm="231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0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5E93-2B8B-5321-2B6A-C63C3FAD5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4ADAB544-0226-D215-CADB-C2BD3C6DE0A0}"/>
              </a:ext>
            </a:extLst>
          </p:cNvPr>
          <p:cNvSpPr txBox="1"/>
          <p:nvPr/>
        </p:nvSpPr>
        <p:spPr>
          <a:xfrm>
            <a:off x="377952" y="134112"/>
            <a:ext cx="4954177" cy="769441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4400" b="1">
                <a:solidFill>
                  <a:schemeClr val="tx2">
                    <a:lumMod val="90000"/>
                    <a:lumOff val="10000"/>
                  </a:schemeClr>
                </a:solidFill>
              </a:rPr>
              <a:t>Evaluation Metrics</a:t>
            </a:r>
            <a:endParaRPr lang="en-US"/>
          </a:p>
        </p:txBody>
      </p:sp>
      <p:pic>
        <p:nvPicPr>
          <p:cNvPr id="51" name="Picture 50" descr="IDIR – University of Texas at Arlington">
            <a:extLst>
              <a:ext uri="{FF2B5EF4-FFF2-40B4-BE49-F238E27FC236}">
                <a16:creationId xmlns:a16="http://schemas.microsoft.com/office/drawing/2014/main" id="{61183430-4513-F4E6-7605-B46627E767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8816" y="216409"/>
            <a:ext cx="1475232" cy="60484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827030D-65C7-7BBF-1655-7ECA0E5971D4}"/>
              </a:ext>
            </a:extLst>
          </p:cNvPr>
          <p:cNvGrpSpPr/>
          <p:nvPr/>
        </p:nvGrpSpPr>
        <p:grpSpPr>
          <a:xfrm>
            <a:off x="444628" y="1100408"/>
            <a:ext cx="8993066" cy="5621071"/>
            <a:chOff x="507602" y="1212240"/>
            <a:chExt cx="7374782" cy="498339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7740D81-39BF-CDD1-E1AD-7DB2B87E3770}"/>
                </a:ext>
              </a:extLst>
            </p:cNvPr>
            <p:cNvSpPr txBox="1"/>
            <p:nvPr/>
          </p:nvSpPr>
          <p:spPr>
            <a:xfrm>
              <a:off x="507602" y="1212240"/>
              <a:ext cx="3434489" cy="5184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>
                  <a:solidFill>
                    <a:schemeClr val="accent1">
                      <a:lumMod val="75000"/>
                    </a:schemeClr>
                  </a:solidFill>
                </a:rPr>
                <a:t>Automatic Evaluation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01A9B0D-F50E-C236-1329-0AB9E0788267}"/>
                </a:ext>
              </a:extLst>
            </p:cNvPr>
            <p:cNvSpPr txBox="1"/>
            <p:nvPr/>
          </p:nvSpPr>
          <p:spPr>
            <a:xfrm>
              <a:off x="507602" y="2864854"/>
              <a:ext cx="361086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>
                  <a:solidFill>
                    <a:schemeClr val="accent1">
                      <a:lumMod val="75000"/>
                    </a:schemeClr>
                  </a:solidFill>
                </a:rPr>
                <a:t>Human Evaluation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C503DA6-56AE-6573-2ACA-7922AA617D05}"/>
                </a:ext>
              </a:extLst>
            </p:cNvPr>
            <p:cNvSpPr txBox="1"/>
            <p:nvPr/>
          </p:nvSpPr>
          <p:spPr>
            <a:xfrm>
              <a:off x="841658" y="1728069"/>
              <a:ext cx="5227004" cy="12278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buFont typeface="Wingdings" pitchFamily="2" charset="2"/>
                <a:buChar char="v"/>
              </a:pPr>
              <a:r>
                <a:rPr lang="en-US" sz="2800"/>
                <a:t>BLEU-4 / METEOR / ROUGE_L / </a:t>
              </a:r>
              <a:r>
                <a:rPr lang="en-US" sz="2800" err="1"/>
                <a:t>CIDEr</a:t>
              </a:r>
              <a:endParaRPr lang="en-US" sz="2800"/>
            </a:p>
            <a:p>
              <a:pPr marL="457200" indent="-457200">
                <a:buFont typeface="Wingdings" pitchFamily="2" charset="2"/>
                <a:buChar char="v"/>
              </a:pPr>
              <a:r>
                <a:rPr lang="en-US" sz="2800"/>
                <a:t>Reference-based lexical overlap</a:t>
              </a:r>
            </a:p>
            <a:p>
              <a:pPr marL="457200" indent="-457200">
                <a:buFont typeface="Wingdings" pitchFamily="2" charset="2"/>
                <a:buChar char="v"/>
              </a:pPr>
              <a:r>
                <a:rPr lang="en-US" sz="2800"/>
                <a:t>Limited in capturing factual errors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176B2A8-B814-04AE-F67E-251ABE08727F}"/>
                </a:ext>
              </a:extLst>
            </p:cNvPr>
            <p:cNvSpPr txBox="1"/>
            <p:nvPr/>
          </p:nvSpPr>
          <p:spPr>
            <a:xfrm>
              <a:off x="841657" y="3322105"/>
              <a:ext cx="6200864" cy="12278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Wingdings" pitchFamily="2" charset="2"/>
                <a:buChar char="v"/>
              </a:pPr>
              <a:r>
                <a:rPr lang="en-US" sz="2800"/>
                <a:t>50 </a:t>
              </a:r>
              <a:r>
                <a:rPr lang="en-US" sz="2800" err="1"/>
                <a:t>WebNLG</a:t>
              </a:r>
              <a:r>
                <a:rPr lang="en-US" sz="2800"/>
                <a:t> samples</a:t>
              </a:r>
            </a:p>
            <a:p>
              <a:pPr marL="457200" indent="-457200">
                <a:buFont typeface="Wingdings" pitchFamily="2" charset="2"/>
                <a:buChar char="v"/>
              </a:pPr>
              <a:r>
                <a:rPr lang="en-US" sz="2800"/>
                <a:t>2 human annotators</a:t>
              </a:r>
            </a:p>
            <a:p>
              <a:pPr marL="457200" indent="-457200">
                <a:buFont typeface="Wingdings" pitchFamily="2" charset="2"/>
                <a:buChar char="v"/>
              </a:pPr>
              <a:r>
                <a:rPr lang="en-US" sz="2800"/>
                <a:t>Fluency / Hallucination / Omission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B566C5-8D73-2902-2768-F69EB2B7037E}"/>
                </a:ext>
              </a:extLst>
            </p:cNvPr>
            <p:cNvSpPr txBox="1"/>
            <p:nvPr/>
          </p:nvSpPr>
          <p:spPr>
            <a:xfrm>
              <a:off x="511872" y="4422457"/>
              <a:ext cx="229883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>
                  <a:solidFill>
                    <a:schemeClr val="accent1">
                      <a:lumMod val="75000"/>
                    </a:schemeClr>
                  </a:solidFill>
                </a:rPr>
                <a:t>LLMs Judge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EE7B50-AF2B-42B8-657D-862513E32D5D}"/>
                </a:ext>
              </a:extLst>
            </p:cNvPr>
            <p:cNvSpPr txBox="1"/>
            <p:nvPr/>
          </p:nvSpPr>
          <p:spPr>
            <a:xfrm>
              <a:off x="841658" y="4967759"/>
              <a:ext cx="7040726" cy="12278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lvl="0" indent="-457200">
                <a:buFont typeface="Wingdings" pitchFamily="2" charset="2"/>
                <a:buChar char="v"/>
              </a:pPr>
              <a:r>
                <a:rPr lang="en-US" sz="2800"/>
                <a:t>1,000 pairwise comparisons </a:t>
              </a:r>
            </a:p>
            <a:p>
              <a:pPr marL="457200" lvl="0" indent="-457200">
                <a:buFont typeface="Wingdings" pitchFamily="2" charset="2"/>
                <a:buChar char="v"/>
              </a:pPr>
              <a:r>
                <a:rPr lang="en-US" sz="2800"/>
                <a:t>Two judges + reversed output order </a:t>
              </a:r>
            </a:p>
            <a:p>
              <a:pPr marL="457200" lvl="0" indent="-457200">
                <a:buFont typeface="Wingdings" pitchFamily="2" charset="2"/>
                <a:buChar char="v"/>
              </a:pPr>
              <a:r>
                <a:rPr lang="en-US" sz="2800"/>
                <a:t>Elo ratings for fluency / hallucination / omission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3A7DAB-718B-2584-E938-B063C683C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z="2400" smtClean="0"/>
              <a:t>9</a:t>
            </a:fld>
            <a:endParaRPr lang="en-US" sz="2400"/>
          </a:p>
        </p:txBody>
      </p:sp>
      <p:pic>
        <p:nvPicPr>
          <p:cNvPr id="27" name="Audio 26">
            <a:extLst>
              <a:ext uri="{FF2B5EF4-FFF2-40B4-BE49-F238E27FC236}">
                <a16:creationId xmlns:a16="http://schemas.microsoft.com/office/drawing/2014/main" id="{8A3E4FB2-EE8F-89B8-FF27-F324B923B5F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016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44"/>
    </mc:Choice>
    <mc:Fallback xmlns="">
      <p:transition spd="slow" advTm="141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11FE4-2AC6-3ACA-94B0-71354FD46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9C09257C-1DFC-C5DC-1FC6-5BF3AF5770EF}"/>
              </a:ext>
            </a:extLst>
          </p:cNvPr>
          <p:cNvSpPr txBox="1"/>
          <p:nvPr/>
        </p:nvSpPr>
        <p:spPr>
          <a:xfrm>
            <a:off x="377952" y="134112"/>
            <a:ext cx="52259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>
                <a:solidFill>
                  <a:schemeClr val="tx2">
                    <a:lumMod val="90000"/>
                    <a:lumOff val="10000"/>
                  </a:schemeClr>
                </a:solidFill>
              </a:rPr>
              <a:t>Model Performance</a:t>
            </a:r>
          </a:p>
        </p:txBody>
      </p:sp>
      <p:pic>
        <p:nvPicPr>
          <p:cNvPr id="51" name="Picture 50" descr="IDIR – University of Texas at Arlington">
            <a:extLst>
              <a:ext uri="{FF2B5EF4-FFF2-40B4-BE49-F238E27FC236}">
                <a16:creationId xmlns:a16="http://schemas.microsoft.com/office/drawing/2014/main" id="{2322D297-E3F2-6EDE-C392-E05C0AEE24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8816" y="216409"/>
            <a:ext cx="1475232" cy="6048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E1D6B5-2797-81E0-D982-5C3EF2EE4C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41" y="1346943"/>
            <a:ext cx="6036006" cy="52460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5D264C-C418-0E99-B070-225B396D056B}"/>
              </a:ext>
            </a:extLst>
          </p:cNvPr>
          <p:cNvSpPr txBox="1"/>
          <p:nvPr/>
        </p:nvSpPr>
        <p:spPr>
          <a:xfrm>
            <a:off x="6516547" y="1331069"/>
            <a:ext cx="557899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800"/>
              <a:t>Supervised models perform </a:t>
            </a:r>
            <a:r>
              <a:rPr lang="en-US" sz="2800" b="1">
                <a:solidFill>
                  <a:srgbClr val="C00000"/>
                </a:solidFill>
              </a:rPr>
              <a:t>best in-domain</a:t>
            </a:r>
            <a:r>
              <a:rPr lang="en-US" sz="2800"/>
              <a:t>, but performance </a:t>
            </a:r>
            <a:r>
              <a:rPr lang="en-US" sz="2800" b="1">
                <a:solidFill>
                  <a:srgbClr val="C00000"/>
                </a:solidFill>
              </a:rPr>
              <a:t>drops sharply </a:t>
            </a:r>
            <a:r>
              <a:rPr lang="en-US" sz="2800"/>
              <a:t>when transferred across datasets.</a:t>
            </a:r>
          </a:p>
          <a:p>
            <a:pPr marL="342900" indent="-342900">
              <a:buFont typeface="Wingdings" pitchFamily="2" charset="2"/>
              <a:buChar char="v"/>
            </a:pPr>
            <a:endParaRPr lang="en-US" sz="2800"/>
          </a:p>
          <a:p>
            <a:pPr marL="342900" indent="-342900">
              <a:buFont typeface="Wingdings" pitchFamily="2" charset="2"/>
              <a:buChar char="v"/>
            </a:pPr>
            <a:r>
              <a:rPr lang="en-US" sz="2800"/>
              <a:t>Fine-tuning substantially improves both autoregressive and diffusion models.</a:t>
            </a:r>
          </a:p>
          <a:p>
            <a:pPr marL="342900" indent="-342900">
              <a:buFont typeface="Wingdings" pitchFamily="2" charset="2"/>
              <a:buChar char="v"/>
            </a:pPr>
            <a:endParaRPr lang="en-US" sz="2800"/>
          </a:p>
          <a:p>
            <a:pPr marL="342900" indent="-342900">
              <a:buFont typeface="Wingdings" pitchFamily="2" charset="2"/>
              <a:buChar char="v"/>
            </a:pPr>
            <a:r>
              <a:rPr lang="en-US" sz="2800"/>
              <a:t>Graph-</a:t>
            </a:r>
            <a:r>
              <a:rPr lang="en-US" sz="2800" err="1"/>
              <a:t>LLaDA</a:t>
            </a:r>
            <a:r>
              <a:rPr lang="en-US" sz="2800"/>
              <a:t> gives </a:t>
            </a:r>
            <a:r>
              <a:rPr lang="en-US" sz="2800" b="1">
                <a:solidFill>
                  <a:srgbClr val="C00000"/>
                </a:solidFill>
              </a:rPr>
              <a:t>the strongest </a:t>
            </a:r>
            <a:r>
              <a:rPr lang="en-US" sz="2800"/>
              <a:t>diffusion results.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1D6A4-EBF5-E29A-9C3F-337C20626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z="2400" smtClean="0"/>
              <a:t>10</a:t>
            </a:fld>
            <a:endParaRPr lang="en-US" sz="2400"/>
          </a:p>
        </p:txBody>
      </p:sp>
      <p:pic>
        <p:nvPicPr>
          <p:cNvPr id="31" name="Audio 30">
            <a:extLst>
              <a:ext uri="{FF2B5EF4-FFF2-40B4-BE49-F238E27FC236}">
                <a16:creationId xmlns:a16="http://schemas.microsoft.com/office/drawing/2014/main" id="{4762A118-2E3A-E95F-4BD8-F35E3874E5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66FAFD-C43F-C767-F1A7-C889A626DCEC}"/>
              </a:ext>
            </a:extLst>
          </p:cNvPr>
          <p:cNvSpPr/>
          <p:nvPr/>
        </p:nvSpPr>
        <p:spPr>
          <a:xfrm>
            <a:off x="480541" y="2074985"/>
            <a:ext cx="6036007" cy="263769"/>
          </a:xfrm>
          <a:prstGeom prst="rect">
            <a:avLst/>
          </a:prstGeom>
          <a:solidFill>
            <a:schemeClr val="accent2">
              <a:lumMod val="40000"/>
              <a:lumOff val="60000"/>
              <a:alpha val="30985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550F25-DCD7-D7EB-7966-5BD57E7DF389}"/>
              </a:ext>
            </a:extLst>
          </p:cNvPr>
          <p:cNvSpPr/>
          <p:nvPr/>
        </p:nvSpPr>
        <p:spPr>
          <a:xfrm>
            <a:off x="480540" y="2584800"/>
            <a:ext cx="6036007" cy="263769"/>
          </a:xfrm>
          <a:prstGeom prst="rect">
            <a:avLst/>
          </a:prstGeom>
          <a:solidFill>
            <a:schemeClr val="accent6">
              <a:lumMod val="40000"/>
              <a:lumOff val="60000"/>
              <a:alpha val="31271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54A79E-9BA1-40FE-B8EE-605E98B9B96E}"/>
              </a:ext>
            </a:extLst>
          </p:cNvPr>
          <p:cNvSpPr txBox="1"/>
          <p:nvPr/>
        </p:nvSpPr>
        <p:spPr>
          <a:xfrm>
            <a:off x="5134910" y="1705653"/>
            <a:ext cx="1725885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out-of-domain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052A7E-BA92-0F51-8162-D63FB5E7105B}"/>
              </a:ext>
            </a:extLst>
          </p:cNvPr>
          <p:cNvSpPr txBox="1"/>
          <p:nvPr/>
        </p:nvSpPr>
        <p:spPr>
          <a:xfrm>
            <a:off x="5336097" y="2827329"/>
            <a:ext cx="1519806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in-domain</a:t>
            </a:r>
          </a:p>
        </p:txBody>
      </p:sp>
    </p:spTree>
    <p:extLst>
      <p:ext uri="{BB962C8B-B14F-4D97-AF65-F5344CB8AC3E}">
        <p14:creationId xmlns:p14="http://schemas.microsoft.com/office/powerpoint/2010/main" val="4087641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10"/>
    </mc:Choice>
    <mc:Fallback xmlns="">
      <p:transition spd="slow" advTm="251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9A06C-DBA7-69D3-9960-4DA0C1832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943FD70F-B5D1-D026-5C6C-D7D31E77AB46}"/>
              </a:ext>
            </a:extLst>
          </p:cNvPr>
          <p:cNvSpPr txBox="1"/>
          <p:nvPr/>
        </p:nvSpPr>
        <p:spPr>
          <a:xfrm>
            <a:off x="377952" y="134112"/>
            <a:ext cx="7273081" cy="769441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4400" b="1">
                <a:solidFill>
                  <a:schemeClr val="tx2">
                    <a:lumMod val="90000"/>
                    <a:lumOff val="10000"/>
                  </a:schemeClr>
                </a:solidFill>
              </a:rPr>
              <a:t>Cross-domain Performance</a:t>
            </a:r>
            <a:endParaRPr lang="en-US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1" name="Picture 50" descr="IDIR – University of Texas at Arlington">
            <a:extLst>
              <a:ext uri="{FF2B5EF4-FFF2-40B4-BE49-F238E27FC236}">
                <a16:creationId xmlns:a16="http://schemas.microsoft.com/office/drawing/2014/main" id="{8FC835D3-2F98-2465-3B68-A9B156579B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8816" y="216409"/>
            <a:ext cx="1475232" cy="604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EAE657-679F-6760-655B-7AB972CE74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4529" y="1159183"/>
            <a:ext cx="7642941" cy="38067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7E7F50-6D99-358D-28D9-334483BF1ACD}"/>
              </a:ext>
            </a:extLst>
          </p:cNvPr>
          <p:cNvSpPr txBox="1"/>
          <p:nvPr/>
        </p:nvSpPr>
        <p:spPr>
          <a:xfrm>
            <a:off x="493058" y="5151189"/>
            <a:ext cx="11209137" cy="138499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800"/>
              <a:t>We evaluated cross-domain generalization by training the models on </a:t>
            </a:r>
            <a:r>
              <a:rPr lang="en-US" sz="2800" err="1"/>
              <a:t>WebNLG</a:t>
            </a:r>
            <a:r>
              <a:rPr lang="en-US" sz="2800"/>
              <a:t> and testing them on LAGRANGE.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US" sz="2800"/>
              <a:t>Graph-</a:t>
            </a:r>
            <a:r>
              <a:rPr lang="en-US" sz="2800" err="1"/>
              <a:t>LLaDA</a:t>
            </a:r>
            <a:r>
              <a:rPr lang="en-US" sz="2800"/>
              <a:t> achieves the </a:t>
            </a:r>
            <a:r>
              <a:rPr lang="en-US" sz="2800" b="1">
                <a:solidFill>
                  <a:srgbClr val="C00000"/>
                </a:solidFill>
              </a:rPr>
              <a:t>best overall cross-domain performance</a:t>
            </a:r>
            <a:r>
              <a:rPr lang="en-US" sz="2800"/>
              <a:t>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BAA0C-81C6-D50F-878A-D8B776AE8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z="2400" smtClean="0"/>
              <a:t>11</a:t>
            </a:fld>
            <a:endParaRPr lang="en-US" sz="2400"/>
          </a:p>
        </p:txBody>
      </p:sp>
      <p:pic>
        <p:nvPicPr>
          <p:cNvPr id="16" name="Audio 15">
            <a:extLst>
              <a:ext uri="{FF2B5EF4-FFF2-40B4-BE49-F238E27FC236}">
                <a16:creationId xmlns:a16="http://schemas.microsoft.com/office/drawing/2014/main" id="{282A6A45-E6F3-7BB7-3279-E6D942A0ED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429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202"/>
    </mc:Choice>
    <mc:Fallback xmlns="">
      <p:transition spd="slow" advTm="142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0D275-81D6-E15B-75BF-7FE07A9B6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8A7B25AD-864B-368D-7BB6-04410C36F0F0}"/>
              </a:ext>
            </a:extLst>
          </p:cNvPr>
          <p:cNvSpPr txBox="1"/>
          <p:nvPr/>
        </p:nvSpPr>
        <p:spPr>
          <a:xfrm>
            <a:off x="377952" y="134112"/>
            <a:ext cx="76406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>
                <a:solidFill>
                  <a:schemeClr val="tx2">
                    <a:lumMod val="90000"/>
                    <a:lumOff val="10000"/>
                  </a:schemeClr>
                </a:solidFill>
              </a:rPr>
              <a:t>Effect of </a:t>
            </a:r>
            <a:r>
              <a:rPr lang="el-GR" sz="4400" b="1">
                <a:solidFill>
                  <a:schemeClr val="tx2">
                    <a:lumMod val="90000"/>
                    <a:lumOff val="10000"/>
                  </a:schemeClr>
                </a:solidFill>
              </a:rPr>
              <a:t>λ </a:t>
            </a:r>
            <a:r>
              <a:rPr lang="en-US" sz="4400" b="1">
                <a:solidFill>
                  <a:schemeClr val="tx2">
                    <a:lumMod val="90000"/>
                    <a:lumOff val="10000"/>
                  </a:schemeClr>
                </a:solidFill>
              </a:rPr>
              <a:t>on Decoding Order</a:t>
            </a:r>
          </a:p>
        </p:txBody>
      </p:sp>
      <p:pic>
        <p:nvPicPr>
          <p:cNvPr id="51" name="Picture 50" descr="IDIR – University of Texas at Arlington">
            <a:extLst>
              <a:ext uri="{FF2B5EF4-FFF2-40B4-BE49-F238E27FC236}">
                <a16:creationId xmlns:a16="http://schemas.microsoft.com/office/drawing/2014/main" id="{CA88A8CF-573A-D193-8E33-D7240535DC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8816" y="216409"/>
            <a:ext cx="1475232" cy="6048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45E759-E4D3-6896-49C4-E3EB4A5AB6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674" y="1575213"/>
            <a:ext cx="11024650" cy="21852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C6AFA5-D0F2-577E-14C9-5DECD61AEAEF}"/>
              </a:ext>
            </a:extLst>
          </p:cNvPr>
          <p:cNvSpPr txBox="1"/>
          <p:nvPr/>
        </p:nvSpPr>
        <p:spPr>
          <a:xfrm>
            <a:off x="434816" y="4128533"/>
            <a:ext cx="11322366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800"/>
              <a:t>As </a:t>
            </a:r>
            <a:r>
              <a:rPr lang="en-US" sz="2800" err="1"/>
              <a:t>λ</a:t>
            </a:r>
            <a:r>
              <a:rPr lang="en-US" sz="2800"/>
              <a:t> decreases, more content is generated before sentence closure.</a:t>
            </a:r>
          </a:p>
          <a:p>
            <a:pPr marL="342900" indent="-342900">
              <a:buFont typeface="Wingdings" pitchFamily="2" charset="2"/>
              <a:buChar char="v"/>
            </a:pPr>
            <a:endParaRPr lang="en-US" sz="2800"/>
          </a:p>
          <a:p>
            <a:pPr marL="342900" indent="-342900">
              <a:buFont typeface="Wingdings" pitchFamily="2" charset="2"/>
              <a:buChar char="v"/>
            </a:pPr>
            <a:r>
              <a:rPr lang="en-US" sz="2800"/>
              <a:t>Smaller </a:t>
            </a:r>
            <a:r>
              <a:rPr lang="el-GR" sz="2800"/>
              <a:t>λ </a:t>
            </a:r>
            <a:r>
              <a:rPr lang="en-US" sz="2800"/>
              <a:t>encourages the model to establish semantic content first, then finalize sentence structure.</a:t>
            </a:r>
          </a:p>
          <a:p>
            <a:pPr marL="342900" indent="-342900">
              <a:buFont typeface="Wingdings" pitchFamily="2" charset="2"/>
              <a:buChar char="v"/>
            </a:pPr>
            <a:endParaRPr lang="en-US" sz="2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16248-714A-6CCA-AA47-908318E01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z="2400" smtClean="0"/>
              <a:t>12</a:t>
            </a:fld>
            <a:endParaRPr lang="en-US" sz="2400"/>
          </a:p>
        </p:txBody>
      </p:sp>
      <p:pic>
        <p:nvPicPr>
          <p:cNvPr id="34" name="Audio 33">
            <a:extLst>
              <a:ext uri="{FF2B5EF4-FFF2-40B4-BE49-F238E27FC236}">
                <a16:creationId xmlns:a16="http://schemas.microsoft.com/office/drawing/2014/main" id="{73ABCC8B-B3DE-BE19-B090-492635C6688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582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421"/>
    </mc:Choice>
    <mc:Fallback xmlns="">
      <p:transition spd="slow" advTm="224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094B9-7363-2AEF-41A9-E0D1EC8DB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843172E2-F6D6-5962-1253-E47B8171CEC1}"/>
              </a:ext>
            </a:extLst>
          </p:cNvPr>
          <p:cNvSpPr txBox="1"/>
          <p:nvPr/>
        </p:nvSpPr>
        <p:spPr>
          <a:xfrm>
            <a:off x="377952" y="134112"/>
            <a:ext cx="30936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>
                <a:solidFill>
                  <a:schemeClr val="tx2">
                    <a:lumMod val="90000"/>
                    <a:lumOff val="10000"/>
                  </a:schemeClr>
                </a:solidFill>
              </a:rPr>
              <a:t>LLMs Judge</a:t>
            </a:r>
          </a:p>
        </p:txBody>
      </p:sp>
      <p:pic>
        <p:nvPicPr>
          <p:cNvPr id="51" name="Picture 50" descr="IDIR – University of Texas at Arlington">
            <a:extLst>
              <a:ext uri="{FF2B5EF4-FFF2-40B4-BE49-F238E27FC236}">
                <a16:creationId xmlns:a16="http://schemas.microsoft.com/office/drawing/2014/main" id="{D683B148-1CF7-2171-2CF1-972CA5B25F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8816" y="216409"/>
            <a:ext cx="1475232" cy="60484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51466-03B6-FF85-E130-61CBCCD8A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z="2400" smtClean="0"/>
              <a:t>13</a:t>
            </a:fld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1CC308-04E2-DFEE-A3A3-AD16746E7BF7}"/>
              </a:ext>
            </a:extLst>
          </p:cNvPr>
          <p:cNvSpPr txBox="1"/>
          <p:nvPr/>
        </p:nvSpPr>
        <p:spPr>
          <a:xfrm>
            <a:off x="1770434" y="5954446"/>
            <a:ext cx="8793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Pairwise Win Rates for Graph-to-Text Generation on </a:t>
            </a:r>
            <a:r>
              <a:rPr lang="en-US" sz="2400" err="1"/>
              <a:t>WebNLG</a:t>
            </a:r>
            <a:r>
              <a:rPr lang="en-US" sz="2400"/>
              <a:t> Using Qwen3.6 as Judge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C44F8D-8CE8-FDC8-97AA-CDE031F2823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757" t="4640"/>
          <a:stretch>
            <a:fillRect/>
          </a:stretch>
        </p:blipFill>
        <p:spPr>
          <a:xfrm>
            <a:off x="600093" y="903553"/>
            <a:ext cx="11175350" cy="5140259"/>
          </a:xfrm>
          <a:prstGeom prst="rect">
            <a:avLst/>
          </a:prstGeom>
        </p:spPr>
      </p:pic>
      <p:pic>
        <p:nvPicPr>
          <p:cNvPr id="13" name="Audio 12">
            <a:extLst>
              <a:ext uri="{FF2B5EF4-FFF2-40B4-BE49-F238E27FC236}">
                <a16:creationId xmlns:a16="http://schemas.microsoft.com/office/drawing/2014/main" id="{6400FE94-BE9D-C38C-AE9B-CB66A061EC5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599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093"/>
    </mc:Choice>
    <mc:Fallback xmlns="">
      <p:transition spd="slow" advTm="190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5EBEF-EB91-9324-0726-E6AB02A75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2E301A4A-FD62-628E-FCE8-17F0DD5788D8}"/>
              </a:ext>
            </a:extLst>
          </p:cNvPr>
          <p:cNvSpPr txBox="1"/>
          <p:nvPr/>
        </p:nvSpPr>
        <p:spPr>
          <a:xfrm>
            <a:off x="377952" y="134112"/>
            <a:ext cx="3424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Conclusions</a:t>
            </a:r>
          </a:p>
        </p:txBody>
      </p:sp>
      <p:pic>
        <p:nvPicPr>
          <p:cNvPr id="51" name="Picture 50" descr="IDIR – University of Texas at Arlington">
            <a:extLst>
              <a:ext uri="{FF2B5EF4-FFF2-40B4-BE49-F238E27FC236}">
                <a16:creationId xmlns:a16="http://schemas.microsoft.com/office/drawing/2014/main" id="{F306298C-F78F-DFA6-7FA4-59D86BA32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8816" y="216409"/>
            <a:ext cx="1475232" cy="6048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E35D5A-9B98-4126-D021-D5BA997EFFD6}"/>
              </a:ext>
            </a:extLst>
          </p:cNvPr>
          <p:cNvSpPr txBox="1"/>
          <p:nvPr/>
        </p:nvSpPr>
        <p:spPr>
          <a:xfrm>
            <a:off x="557514" y="1500428"/>
            <a:ext cx="1107697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Wingdings" pitchFamily="2" charset="2"/>
              <a:buChar char="v"/>
            </a:pPr>
            <a:r>
              <a:rPr lang="en-US" sz="2800"/>
              <a:t>We find that masked diffusion models naturally follow an </a:t>
            </a:r>
            <a:r>
              <a:rPr lang="en-US" sz="2800" b="1">
                <a:solidFill>
                  <a:srgbClr val="C00000"/>
                </a:solidFill>
              </a:rPr>
              <a:t>entity-first </a:t>
            </a:r>
            <a:r>
              <a:rPr lang="en-US" sz="2800"/>
              <a:t>generation trajectory.</a:t>
            </a:r>
          </a:p>
          <a:p>
            <a:pPr marL="457200" lvl="0" indent="-457200">
              <a:buFont typeface="Wingdings" pitchFamily="2" charset="2"/>
              <a:buChar char="v"/>
            </a:pPr>
            <a:endParaRPr lang="en-US" sz="2800"/>
          </a:p>
          <a:p>
            <a:pPr marL="457200" lvl="0" indent="-457200">
              <a:buFont typeface="Wingdings" pitchFamily="2" charset="2"/>
              <a:buChar char="v"/>
            </a:pPr>
            <a:r>
              <a:rPr lang="en-US" sz="2800"/>
              <a:t>We find that SFT causes </a:t>
            </a:r>
            <a:r>
              <a:rPr lang="en-US" sz="2800" b="1">
                <a:solidFill>
                  <a:srgbClr val="C00000"/>
                </a:solidFill>
              </a:rPr>
              <a:t>premature structural commitment</a:t>
            </a:r>
            <a:r>
              <a:rPr lang="en-US" sz="2800"/>
              <a:t>, which can lead to missing or hallucinated content; we therefore introduce </a:t>
            </a:r>
            <a:r>
              <a:rPr lang="en-US" sz="2800" b="1" err="1">
                <a:solidFill>
                  <a:srgbClr val="C00000"/>
                </a:solidFill>
              </a:rPr>
              <a:t>λ</a:t>
            </a:r>
            <a:r>
              <a:rPr lang="en-US" sz="2800" b="1">
                <a:solidFill>
                  <a:srgbClr val="C00000"/>
                </a:solidFill>
              </a:rPr>
              <a:t>-scaled decoding </a:t>
            </a:r>
            <a:r>
              <a:rPr lang="en-US" sz="2800"/>
              <a:t>to delay structural tokens.</a:t>
            </a:r>
          </a:p>
          <a:p>
            <a:pPr marL="457200" lvl="0" indent="-457200">
              <a:buFont typeface="Wingdings" pitchFamily="2" charset="2"/>
              <a:buChar char="v"/>
            </a:pPr>
            <a:endParaRPr lang="en-US" sz="2800"/>
          </a:p>
          <a:p>
            <a:pPr marL="457200" indent="-457200">
              <a:buFont typeface="Wingdings" pitchFamily="2" charset="2"/>
              <a:buChar char="v"/>
            </a:pPr>
            <a:r>
              <a:rPr lang="en-US" sz="2800"/>
              <a:t>We propose Graph-</a:t>
            </a:r>
            <a:r>
              <a:rPr lang="en-US" sz="2800" err="1"/>
              <a:t>LLaDA</a:t>
            </a:r>
            <a:r>
              <a:rPr lang="en-US" sz="2800"/>
              <a:t>, which</a:t>
            </a:r>
            <a:r>
              <a:rPr lang="en-US" sz="2800" b="1">
                <a:solidFill>
                  <a:srgbClr val="C00000"/>
                </a:solidFill>
              </a:rPr>
              <a:t> incorporates graph structure into diffusion decoding</a:t>
            </a:r>
            <a:r>
              <a:rPr lang="en-US" sz="2800"/>
              <a:t> and improves both generation quality and cross-domain generalization.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7A2AB-464A-4373-B8AB-AB9EC523E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z="2400" smtClean="0"/>
              <a:t>14</a:t>
            </a:fld>
            <a:endParaRPr lang="en-US" sz="2400"/>
          </a:p>
        </p:txBody>
      </p:sp>
      <p:pic>
        <p:nvPicPr>
          <p:cNvPr id="43" name="Audio 42">
            <a:extLst>
              <a:ext uri="{FF2B5EF4-FFF2-40B4-BE49-F238E27FC236}">
                <a16:creationId xmlns:a16="http://schemas.microsoft.com/office/drawing/2014/main" id="{039B4F09-3EAF-95D2-B5E9-2E9E4DBB4A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075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611"/>
    </mc:Choice>
    <mc:Fallback xmlns="">
      <p:transition spd="slow" advTm="476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0AEFC-DA15-1F7E-05C0-C081F2D07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5A9B88-1212-F0EA-C00B-266E330AA957}"/>
              </a:ext>
            </a:extLst>
          </p:cNvPr>
          <p:cNvSpPr txBox="1"/>
          <p:nvPr/>
        </p:nvSpPr>
        <p:spPr>
          <a:xfrm>
            <a:off x="1261648" y="1349404"/>
            <a:ext cx="96687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>
                <a:solidFill>
                  <a:schemeClr val="accent1"/>
                </a:solidFill>
                <a:latin typeface="Arial Black" panose="020B0A04020102020204" pitchFamily="34" charset="0"/>
              </a:rPr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884D4-611E-59AE-810B-0943A5977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2E5F-6024-064A-B2D4-6ED068CF9315}" type="slidenum">
              <a:rPr lang="en-US" sz="2400" smtClean="0"/>
              <a:t>15</a:t>
            </a:fld>
            <a:endParaRPr lang="en-US" sz="24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C25B106-99F5-5EAE-7CAD-BF85B53C3940}"/>
              </a:ext>
            </a:extLst>
          </p:cNvPr>
          <p:cNvGrpSpPr/>
          <p:nvPr/>
        </p:nvGrpSpPr>
        <p:grpSpPr>
          <a:xfrm>
            <a:off x="1841341" y="3197114"/>
            <a:ext cx="8509319" cy="2188365"/>
            <a:chOff x="1198887" y="3264530"/>
            <a:chExt cx="9731466" cy="2551408"/>
          </a:xfrm>
        </p:grpSpPr>
        <p:pic>
          <p:nvPicPr>
            <p:cNvPr id="51" name="Picture 50" descr="IDIR – University of Texas at Arlington">
              <a:extLst>
                <a:ext uri="{FF2B5EF4-FFF2-40B4-BE49-F238E27FC236}">
                  <a16:creationId xmlns:a16="http://schemas.microsoft.com/office/drawing/2014/main" id="{4AF1664E-5076-16EA-D2E8-8ABEFF4A2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15861" y="3607885"/>
              <a:ext cx="2914492" cy="106494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FA59F44-1F6A-F13F-5F78-C9579672C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74686" y="3355576"/>
              <a:ext cx="1797853" cy="156956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516C224-B76C-21B7-CA71-B53708569963}"/>
                </a:ext>
              </a:extLst>
            </p:cNvPr>
            <p:cNvSpPr txBox="1"/>
            <p:nvPr/>
          </p:nvSpPr>
          <p:spPr>
            <a:xfrm>
              <a:off x="1198887" y="5062383"/>
              <a:ext cx="3415317" cy="753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/>
                <a:t>https://</a:t>
              </a:r>
              <a:r>
                <a:rPr lang="en-US" b="1" err="1"/>
                <a:t>github.com</a:t>
              </a:r>
              <a:r>
                <a:rPr lang="en-US" b="1"/>
                <a:t>/</a:t>
              </a:r>
              <a:r>
                <a:rPr lang="en-US" b="1" err="1"/>
                <a:t>idirlab</a:t>
              </a:r>
              <a:r>
                <a:rPr lang="en-US" b="1"/>
                <a:t>/</a:t>
              </a:r>
              <a:r>
                <a:rPr lang="en-US" b="1" err="1"/>
                <a:t>Graph_LLaDA</a:t>
              </a:r>
              <a:endParaRPr lang="en-US" b="1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062F1D5-F29D-9595-627A-618B01D168AA}"/>
                </a:ext>
              </a:extLst>
            </p:cNvPr>
            <p:cNvSpPr txBox="1"/>
            <p:nvPr/>
          </p:nvSpPr>
          <p:spPr>
            <a:xfrm>
              <a:off x="8236027" y="5223858"/>
              <a:ext cx="2694325" cy="4306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/>
                <a:t>https://</a:t>
              </a:r>
              <a:r>
                <a:rPr lang="en-US" b="1" err="1"/>
                <a:t>idir.uta.edu</a:t>
              </a:r>
              <a:r>
                <a:rPr lang="en-US" b="1"/>
                <a:t>/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E64F8ED-E85A-E9BE-FAB2-010394BEB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78984" y="3264530"/>
              <a:ext cx="1797853" cy="1797853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1C9B645-4043-07F1-5C49-2210513BB198}"/>
              </a:ext>
            </a:extLst>
          </p:cNvPr>
          <p:cNvSpPr txBox="1"/>
          <p:nvPr/>
        </p:nvSpPr>
        <p:spPr>
          <a:xfrm>
            <a:off x="1159340" y="5681032"/>
            <a:ext cx="99281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/>
              <a:t>This work is supported by the National Science Foundation award # 2333834. The authors acknowledge the Texas Advanced Computing Center (TACC) for providing HPC resources.</a:t>
            </a:r>
          </a:p>
        </p:txBody>
      </p:sp>
      <p:pic>
        <p:nvPicPr>
          <p:cNvPr id="40" name="Audio 39">
            <a:extLst>
              <a:ext uri="{FF2B5EF4-FFF2-40B4-BE49-F238E27FC236}">
                <a16:creationId xmlns:a16="http://schemas.microsoft.com/office/drawing/2014/main" id="{C8EC6648-F6C7-4525-F53A-04377594A7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61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62"/>
    </mc:Choice>
    <mc:Fallback xmlns="">
      <p:transition spd="slow" advTm="102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1883</Words>
  <Application>Microsoft Macintosh PowerPoint</Application>
  <PresentationFormat>Widescreen</PresentationFormat>
  <Paragraphs>308</Paragraphs>
  <Slides>15</Slides>
  <Notes>15</Notes>
  <HiddenSlides>0</HiddenSlides>
  <MMClips>15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Aptos</vt:lpstr>
      <vt:lpstr>Aptos Display</vt:lpstr>
      <vt:lpstr>Arial</vt:lpstr>
      <vt:lpstr>Arial Black</vt:lpstr>
      <vt:lpstr>Cambria Math</vt:lpstr>
      <vt:lpstr>Courier New</vt:lpstr>
      <vt:lpstr>Open Sans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Qing</dc:creator>
  <cp:lastModifiedBy>Wang, Qing</cp:lastModifiedBy>
  <cp:revision>1</cp:revision>
  <dcterms:created xsi:type="dcterms:W3CDTF">2026-10-05T17:16:31Z</dcterms:created>
  <dcterms:modified xsi:type="dcterms:W3CDTF">2026-10-09T06:54:12Z</dcterms:modified>
</cp:coreProperties>
</file>